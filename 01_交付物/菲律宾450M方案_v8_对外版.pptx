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66.png"/><Relationship Id="rId11" Type="http://schemas.openxmlformats.org/officeDocument/2006/relationships/image" Target="../media/image38.png"/><Relationship Id="rId12" Type="http://schemas.openxmlformats.org/officeDocument/2006/relationships/image" Target="../media/image43.png"/><Relationship Id="rId1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59.png"/><Relationship Id="rId4" Type="http://schemas.openxmlformats.org/officeDocument/2006/relationships/image" Target="../media/image8.png"/><Relationship Id="rId5" Type="http://schemas.openxmlformats.org/officeDocument/2006/relationships/image" Target="../media/image68.png"/><Relationship Id="rId6" Type="http://schemas.openxmlformats.org/officeDocument/2006/relationships/image" Target="../media/image65.png"/><Relationship Id="rId7" Type="http://schemas.openxmlformats.org/officeDocument/2006/relationships/image" Target="../media/image69.png"/><Relationship Id="rId8" Type="http://schemas.openxmlformats.org/officeDocument/2006/relationships/image" Target="../media/image38.png"/><Relationship Id="rId9" Type="http://schemas.openxmlformats.org/officeDocument/2006/relationships/image" Target="../media/image53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38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jpg"/><Relationship Id="rId9" Type="http://schemas.openxmlformats.org/officeDocument/2006/relationships/image" Target="../media/image76.jpg"/><Relationship Id="rId10" Type="http://schemas.openxmlformats.org/officeDocument/2006/relationships/image" Target="../media/image77.jp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65.png"/><Relationship Id="rId9" Type="http://schemas.openxmlformats.org/officeDocument/2006/relationships/image" Target="../media/image59.png"/><Relationship Id="rId10" Type="http://schemas.openxmlformats.org/officeDocument/2006/relationships/image" Target="../media/image82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3.png"/><Relationship Id="rId8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18 – 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bf9ea78c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4709" y="2311400"/>
            <a:ext cx="581980" cy="1016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21200" y="3378200"/>
            <a:ext cx="889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RRU5800M</a:t>
            </a:r>
          </a:p>
        </p:txBody>
      </p:sp>
      <p:pic>
        <p:nvPicPr>
          <p:cNvPr id="36" name="Picture 35" descr="a_b491953b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0200" y="3005074"/>
            <a:ext cx="1193800" cy="32232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359400" y="3378200"/>
            <a:ext cx="12954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BBU5801M</a:t>
            </a:r>
          </a:p>
        </p:txBody>
      </p:sp>
      <p:pic>
        <p:nvPicPr>
          <p:cNvPr id="38" name="Picture 37" descr="a_81c7398ae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0028" y="2311400"/>
            <a:ext cx="754742" cy="10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604000" y="3378200"/>
            <a:ext cx="10668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iBS3800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site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RRU on tower + BBU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site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iBS3800, Band 31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2" name="Picture 51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4" name="Picture 53" descr="layers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a_5f06b6905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2" name="Picture 71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6" name="Picture 75" descr="badge-check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