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1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4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8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55.png"/><Relationship Id="rId6" Type="http://schemas.openxmlformats.org/officeDocument/2006/relationships/image" Target="../media/image58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41.png"/><Relationship Id="rId4" Type="http://schemas.openxmlformats.org/officeDocument/2006/relationships/image" Target="../media/image4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6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6.png"/><Relationship Id="rId7" Type="http://schemas.openxmlformats.org/officeDocument/2006/relationships/image" Target="../media/image69.png"/><Relationship Id="rId8" Type="http://schemas.openxmlformats.org/officeDocument/2006/relationships/image" Target="../media/image16.png"/><Relationship Id="rId9" Type="http://schemas.openxmlformats.org/officeDocument/2006/relationships/image" Target="../media/image56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8.png"/><Relationship Id="rId4" Type="http://schemas.openxmlformats.org/officeDocument/2006/relationships/image" Target="../media/image71.pn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72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16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66.png"/><Relationship Id="rId9" Type="http://schemas.openxmlformats.org/officeDocument/2006/relationships/image" Target="../media/image18.png"/><Relationship Id="rId10" Type="http://schemas.openxmlformats.org/officeDocument/2006/relationships/image" Target="../media/image71.png"/><Relationship Id="rId11" Type="http://schemas.openxmlformats.org/officeDocument/2006/relationships/image" Target="../media/image38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185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94400" y="214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8512" y="2280412"/>
            <a:ext cx="290576" cy="29057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56400" y="198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0" y="228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Mainstream smartphones do not support Band 31 or 72. Devices are routers, meters and rugged handhelds.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91200" y="312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94400" y="341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badge-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8512" y="3550412"/>
            <a:ext cx="290576" cy="2905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6400" y="325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400" y="355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Germany reserved the band for energy and water; Singapore for public safety; South Africa for rail.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439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94400" y="468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12" y="48204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756400" y="452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0" y="482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Sites carry long backup power (72 h at 450connect) and priority for mission-critical traffic.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inf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450connect GmbH via PresseBox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