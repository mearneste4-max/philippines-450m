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38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jpg"/><Relationship Id="rId9" Type="http://schemas.openxmlformats.org/officeDocument/2006/relationships/image" Target="../media/image72.jpg"/><Relationship Id="rId10" Type="http://schemas.openxmlformats.org/officeDocument/2006/relationships/image" Target="../media/image73.jp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78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79.png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17 – 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410 / 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2350 MHZ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Alliance, Brief (Jun 2022) p15 - same site grid, reference modelled at 410 MHz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4e1bc97d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779" y="2235200"/>
            <a:ext cx="630441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tower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