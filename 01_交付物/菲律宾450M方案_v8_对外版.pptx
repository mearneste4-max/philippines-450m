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Relationship Id="rId7" Type="http://schemas.openxmlformats.org/officeDocument/2006/relationships/image" Target="../media/image34.png"/><Relationship Id="rId8" Type="http://schemas.openxmlformats.org/officeDocument/2006/relationships/image" Target="../media/image35.png"/><Relationship Id="rId9" Type="http://schemas.openxmlformats.org/officeDocument/2006/relationships/image" Target="../media/image36.png"/><Relationship Id="rId10" Type="http://schemas.openxmlformats.org/officeDocument/2006/relationships/image" Target="../media/image37.png"/><Relationship Id="rId11" Type="http://schemas.openxmlformats.org/officeDocument/2006/relationships/image" Target="../media/image38.png"/><Relationship Id="rId1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image" Target="../media/image32.png"/><Relationship Id="rId4" Type="http://schemas.openxmlformats.org/officeDocument/2006/relationships/image" Target="../media/image40.png"/><Relationship Id="rId5" Type="http://schemas.openxmlformats.org/officeDocument/2006/relationships/image" Target="../media/image41.png"/><Relationship Id="rId6" Type="http://schemas.openxmlformats.org/officeDocument/2006/relationships/image" Target="../media/image42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jpg"/><Relationship Id="rId3" Type="http://schemas.openxmlformats.org/officeDocument/2006/relationships/image" Target="../media/image33.png"/><Relationship Id="rId4" Type="http://schemas.openxmlformats.org/officeDocument/2006/relationships/image" Target="../media/image42.png"/><Relationship Id="rId5" Type="http://schemas.openxmlformats.org/officeDocument/2006/relationships/image" Target="../media/image46.png"/><Relationship Id="rId6" Type="http://schemas.openxmlformats.org/officeDocument/2006/relationships/image" Target="../media/image4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jpg"/><Relationship Id="rId3" Type="http://schemas.openxmlformats.org/officeDocument/2006/relationships/image" Target="../media/image34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jpg"/><Relationship Id="rId3" Type="http://schemas.openxmlformats.org/officeDocument/2006/relationships/image" Target="../media/image35.png"/><Relationship Id="rId4" Type="http://schemas.openxmlformats.org/officeDocument/2006/relationships/image" Target="../media/image50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6.png"/><Relationship Id="rId4" Type="http://schemas.openxmlformats.org/officeDocument/2006/relationships/image" Target="../media/image41.png"/><Relationship Id="rId5" Type="http://schemas.openxmlformats.org/officeDocument/2006/relationships/image" Target="../media/image52.png"/><Relationship Id="rId6" Type="http://schemas.openxmlformats.org/officeDocument/2006/relationships/image" Target="../media/image55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jpg"/><Relationship Id="rId3" Type="http://schemas.openxmlformats.org/officeDocument/2006/relationships/image" Target="../media/image37.png"/><Relationship Id="rId4" Type="http://schemas.openxmlformats.org/officeDocument/2006/relationships/image" Target="../media/image41.png"/><Relationship Id="rId5" Type="http://schemas.openxmlformats.org/officeDocument/2006/relationships/image" Target="../media/image57.png"/><Relationship Id="rId6" Type="http://schemas.openxmlformats.org/officeDocument/2006/relationships/image" Target="../media/image58.png"/><Relationship Id="rId7" Type="http://schemas.openxmlformats.org/officeDocument/2006/relationships/image" Target="../media/image43.png"/><Relationship Id="rId8" Type="http://schemas.openxmlformats.org/officeDocument/2006/relationships/image" Target="../media/image44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Relationship Id="rId4" Type="http://schemas.openxmlformats.org/officeDocument/2006/relationships/image" Target="../media/image61.png"/><Relationship Id="rId5" Type="http://schemas.openxmlformats.org/officeDocument/2006/relationships/image" Target="../media/image8.png"/><Relationship Id="rId6" Type="http://schemas.openxmlformats.org/officeDocument/2006/relationships/image" Target="../media/image62.png"/><Relationship Id="rId7" Type="http://schemas.openxmlformats.org/officeDocument/2006/relationships/image" Target="../media/image63.png"/><Relationship Id="rId8" Type="http://schemas.openxmlformats.org/officeDocument/2006/relationships/image" Target="../media/image64.png"/><Relationship Id="rId9" Type="http://schemas.openxmlformats.org/officeDocument/2006/relationships/image" Target="../media/image65.png"/><Relationship Id="rId10" Type="http://schemas.openxmlformats.org/officeDocument/2006/relationships/image" Target="../media/image38.png"/><Relationship Id="rId11" Type="http://schemas.openxmlformats.org/officeDocument/2006/relationships/image" Target="../media/image43.png"/><Relationship Id="rId1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Relationship Id="rId3" Type="http://schemas.openxmlformats.org/officeDocument/2006/relationships/image" Target="../media/image67.png"/><Relationship Id="rId4" Type="http://schemas.openxmlformats.org/officeDocument/2006/relationships/image" Target="../media/image38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Relationship Id="rId7" Type="http://schemas.openxmlformats.org/officeDocument/2006/relationships/image" Target="../media/image70.png"/><Relationship Id="rId8" Type="http://schemas.openxmlformats.org/officeDocument/2006/relationships/image" Target="../media/image71.jpg"/><Relationship Id="rId9" Type="http://schemas.openxmlformats.org/officeDocument/2006/relationships/image" Target="../media/image72.jpg"/><Relationship Id="rId10" Type="http://schemas.openxmlformats.org/officeDocument/2006/relationships/image" Target="../media/image73.jpg"/><Relationship Id="rId11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61.png"/><Relationship Id="rId4" Type="http://schemas.openxmlformats.org/officeDocument/2006/relationships/image" Target="../media/image8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64.png"/><Relationship Id="rId9" Type="http://schemas.openxmlformats.org/officeDocument/2006/relationships/image" Target="../media/image59.png"/><Relationship Id="rId10" Type="http://schemas.openxmlformats.org/officeDocument/2006/relationships/image" Target="../media/image78.png"/><Relationship Id="rId11" Type="http://schemas.openxmlformats.org/officeDocument/2006/relationships/image" Target="../media/image34.png"/><Relationship Id="rId12" Type="http://schemas.openxmlformats.org/officeDocument/2006/relationships/image" Target="../media/image23.png"/><Relationship Id="rId1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79.png"/><Relationship Id="rId8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6 – 13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14 – 16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17 – 18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&gt;95% coverage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4e1bc97d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18779" y="2235200"/>
            <a:ext cx="630441" cy="11176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Fixed tower site</a:t>
            </a:r>
          </a:p>
        </p:txBody>
      </p:sp>
      <p:pic>
        <p:nvPicPr>
          <p:cNvPr id="36" name="Picture 35" descr="a_d5f6457e97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2891" y="2235200"/>
            <a:ext cx="830217" cy="11176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55607A"/>
                </a:solidFill>
                <a:latin typeface="Segoe UI Semibold"/>
              </a:rPr>
              <a:t>Mobile site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Fixed eNB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tower sites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Mobile eNB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portable kit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fibre / MW / sat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HyTalk MC V6.1; 450 MHz Alliance, Equipment Report (May 2025) p5; 450connect whitelist certificate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&gt;95% coverage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5561c6b94c.jpg"/>
          <p:cNvPicPr>
            <a:picLocks noChangeAspect="1"/>
          </p:cNvPicPr>
          <p:nvPr/>
        </p:nvPicPr>
        <p:blipFill>
          <a:blip r:embed="rId9"/>
          <a:srcRect t="1843" b="184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Hong Kong and PNG photos are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b7de459c1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1849" y="2413000"/>
            <a:ext cx="1029301" cy="31750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