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59.png"/><Relationship Id="rId4" Type="http://schemas.openxmlformats.org/officeDocument/2006/relationships/image" Target="../media/image8.png"/><Relationship Id="rId5" Type="http://schemas.openxmlformats.org/officeDocument/2006/relationships/image" Target="../media/image67.png"/><Relationship Id="rId6" Type="http://schemas.openxmlformats.org/officeDocument/2006/relationships/image" Target="../media/image64.png"/><Relationship Id="rId7" Type="http://schemas.openxmlformats.org/officeDocument/2006/relationships/image" Target="../media/image68.png"/><Relationship Id="rId8" Type="http://schemas.openxmlformats.org/officeDocument/2006/relationships/image" Target="../media/image38.png"/><Relationship Id="rId9" Type="http://schemas.openxmlformats.org/officeDocument/2006/relationships/image" Target="../media/image53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38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81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2.png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18 – 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dff71ef6f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