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3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Relationship Id="rId9" Type="http://schemas.openxmlformats.org/officeDocument/2006/relationships/image" Target="../media/image72.jp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78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17 – 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Mostly mountainous islands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410 / 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1×  sites to close the gap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2350 MHZ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Alliance, Brief (Jun 2022) p15 - same site grid, reference modelled at 410 MHz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6760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1996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37279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1772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2092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953759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5695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the world: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Same pattern everywhere: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carries it; utilities anchor most networks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in the pilot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4e1bc97d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 in service, three national MCS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IN SERVICE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MCS AT NATIONAL SCALE  ·  ON LTE AND 5G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First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utility contract funds the coverage; five more lines use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