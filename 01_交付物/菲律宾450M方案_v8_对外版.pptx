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1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4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8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55.png"/><Relationship Id="rId6" Type="http://schemas.openxmlformats.org/officeDocument/2006/relationships/image" Target="../media/image58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41.png"/><Relationship Id="rId4" Type="http://schemas.openxmlformats.org/officeDocument/2006/relationships/image" Target="../media/image4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6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6.png"/><Relationship Id="rId7" Type="http://schemas.openxmlformats.org/officeDocument/2006/relationships/image" Target="../media/image69.png"/><Relationship Id="rId8" Type="http://schemas.openxmlformats.org/officeDocument/2006/relationships/image" Target="../media/image16.png"/><Relationship Id="rId9" Type="http://schemas.openxmlformats.org/officeDocument/2006/relationships/image" Target="../media/image56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8.png"/><Relationship Id="rId4" Type="http://schemas.openxmlformats.org/officeDocument/2006/relationships/image" Target="../media/image20.png"/><Relationship Id="rId5" Type="http://schemas.openxmlformats.org/officeDocument/2006/relationships/image" Target="../media/image22.png"/><Relationship Id="rId6" Type="http://schemas.openxmlformats.org/officeDocument/2006/relationships/image" Target="../media/image9.png"/><Relationship Id="rId7" Type="http://schemas.openxmlformats.org/officeDocument/2006/relationships/image" Target="../media/image71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16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Relationship Id="rId8" Type="http://schemas.openxmlformats.org/officeDocument/2006/relationships/image" Target="../media/image77.jpg"/><Relationship Id="rId9" Type="http://schemas.openxmlformats.org/officeDocument/2006/relationships/image" Target="../media/image78.jpg"/><Relationship Id="rId10" Type="http://schemas.openxmlformats.org/officeDocument/2006/relationships/image" Target="../media/image79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66.png"/><Relationship Id="rId9" Type="http://schemas.openxmlformats.org/officeDocument/2006/relationships/image" Target="../media/image18.png"/><Relationship Id="rId10" Type="http://schemas.openxmlformats.org/officeDocument/2006/relationships/image" Target="../media/image84.png"/><Relationship Id="rId11" Type="http://schemas.openxmlformats.org/officeDocument/2006/relationships/image" Target="../media/image38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185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94400" y="214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8512" y="2280412"/>
            <a:ext cx="290576" cy="29057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56400" y="198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0" y="228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Mainstream smartphones do not support Band 31 or 72. Devices are routers, meters and rugged handhelds.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91200" y="312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94400" y="341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badge-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8512" y="3550412"/>
            <a:ext cx="290576" cy="2905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6400" y="325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400" y="355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Germany reserved the band for energy and water; Singapore for public safety; South Africa for rail.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439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94400" y="468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12" y="48204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756400" y="452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0" y="482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Sites carry long backup power (72 h at 450connect) and priority for mission-critical traffic.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inf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29000" cy="4064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oc_germany_s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650" y="1574800"/>
            <a:ext cx="2374900" cy="3429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9600" y="4991100"/>
            <a:ext cx="34290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Illustrative: &gt;95% of Germany covered, ~1,600 sites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800" y="5232400"/>
            <a:ext cx="1397000" cy="279400"/>
          </a:xfrm>
          <a:prstGeom prst="round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2800" y="5232400"/>
            <a:ext cx="139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FFFFFF"/>
                </a:solidFill>
                <a:latin typeface="Segoe UI Semibold"/>
              </a:rPr>
              <a:t>Band 72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311400" y="5232400"/>
            <a:ext cx="1524000" cy="279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1400" y="52324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Licence to 2040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~1,600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for nationwide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z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 at every site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wave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2×4.74 MHz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451.00–455.74 / 461.00–465.74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4 ×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owned by utility groups incl. E.ON and Alliander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9" name="Picture 38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on the 450connect whitelist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Feb 2022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Nokia selected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End 2024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Full operation planned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press releases (Mar 2021); Nokia newsroom (Feb 2022); 450 MHz Alliance, RFI (2025) p5, Global Update (Dec 2025) p9; 450connect; Hytera whitelist certificate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