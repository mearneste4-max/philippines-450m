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seven thousand six hundred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everywhere: one licensed operator carries the traffic and the utilities anchor the demand.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has the largest budget but the slowest path, because DMR and TETRA are already in service. Rail and port come later. This ranking is our reading, and we would like to test it against yours.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building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networks in service. 450connect covers more than ninety-five percent of Germany, and our PNC660 is on its whitelist. TNB in Malaysia and Singapore's public safety network both run Band 31, the same band as yours. Bottom row: our MCS at national scale on LTE and 5G.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That gives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33.png"/><Relationship Id="rId4" Type="http://schemas.openxmlformats.org/officeDocument/2006/relationships/image" Target="../media/image42.png"/><Relationship Id="rId5" Type="http://schemas.openxmlformats.org/officeDocument/2006/relationships/image" Target="../media/image46.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34.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8.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38.png"/><Relationship Id="rId11" Type="http://schemas.openxmlformats.org/officeDocument/2006/relationships/image" Target="../media/image43.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38.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jpg"/><Relationship Id="rId9" Type="http://schemas.openxmlformats.org/officeDocument/2006/relationships/image" Target="../media/image72.jpg"/><Relationship Id="rId10" Type="http://schemas.openxmlformats.org/officeDocument/2006/relationships/image" Target="../media/image73.jpg"/><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64.png"/><Relationship Id="rId9" Type="http://schemas.openxmlformats.org/officeDocument/2006/relationships/image" Target="../media/image59.png"/><Relationship Id="rId10" Type="http://schemas.openxmlformats.org/officeDocument/2006/relationships/image" Target="../media/image78.png"/><Relationship Id="rId11" Type="http://schemas.openxmlformats.org/officeDocument/2006/relationships/image" Target="../media/image34.png"/><Relationship Id="rId12" Type="http://schemas.openxmlformats.org/officeDocument/2006/relationships/image" Target="../media/image23.png"/><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79.png"/><Relationship Id="rId8"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5</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6 – 13</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14 – 16</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17 – 18</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Mostly mountainous islands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410 / 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  sites to close the gap</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2350 MHZ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 same site grid, reference modelled at 410 MHz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14</a:t>
            </a:r>
          </a:p>
        </p:txBody>
      </p:sp>
      <p:sp>
        <p:nvSpPr>
          <p:cNvPr id="91" name="Rectangle 90"/>
          <p:cNvSpPr/>
          <p:nvPr/>
        </p:nvSpPr>
        <p:spPr>
          <a:xfrm>
            <a:off x="2016760"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221996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3637279"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38404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461772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482092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5953759"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15695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the world: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Same pattern everywhere:   </a:t>
            </a:r>
            <a:r>
              <a:rPr sz="1250" b="0">
                <a:solidFill>
                  <a:srgbClr val="16213E"/>
                </a:solidFill>
                <a:latin typeface="Segoe UI"/>
              </a:rPr>
              <a:t>one licensed operator carries it; utilities anchor most networks</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in the pilot</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4e1bc97d24.png"/>
          <p:cNvPicPr>
            <a:picLocks noChangeAspect="1"/>
          </p:cNvPicPr>
          <p:nvPr/>
        </p:nvPicPr>
        <p:blipFill>
          <a:blip r:embed="rId6"/>
          <a:stretch>
            <a:fillRect/>
          </a:stretch>
        </p:blipFill>
        <p:spPr>
          <a:xfrm>
            <a:off x="5018779" y="2235200"/>
            <a:ext cx="630441" cy="11176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Fixed tower site</a:t>
            </a:r>
          </a:p>
        </p:txBody>
      </p:sp>
      <p:pic>
        <p:nvPicPr>
          <p:cNvPr id="36" name="Picture 35" descr="a_d5f6457e97.png"/>
          <p:cNvPicPr>
            <a:picLocks noChangeAspect="1"/>
          </p:cNvPicPr>
          <p:nvPr/>
        </p:nvPicPr>
        <p:blipFill>
          <a:blip r:embed="rId7"/>
          <a:stretch>
            <a:fillRect/>
          </a:stretch>
        </p:blipFill>
        <p:spPr>
          <a:xfrm>
            <a:off x="6442891" y="2235200"/>
            <a:ext cx="830217" cy="1117600"/>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Mobile site</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Fixed eNB</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tower sites</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Mobile eNB</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portable kit</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Backhaul</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fibre / MW / sat</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HyTalk MC V6.1; 450 MHz Alliance, Equipment Report (May 2025) p5; 450connect whitelist certificate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in service, three national MCS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IN SERVICE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MCS AT NATIONAL SCALE  ·  ON LTE AND 5G</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5561c6b94c.jpg"/>
          <p:cNvPicPr>
            <a:picLocks noChangeAspect="1"/>
          </p:cNvPicPr>
          <p:nvPr/>
        </p:nvPicPr>
        <p:blipFill>
          <a:blip r:embed="rId9"/>
          <a:srcRect t="1843" b="184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First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Hong Kong and PNG photos are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utility contract funds the coverage; five more lines use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