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59.png"/><Relationship Id="rId4" Type="http://schemas.openxmlformats.org/officeDocument/2006/relationships/image" Target="../media/image8.png"/><Relationship Id="rId5" Type="http://schemas.openxmlformats.org/officeDocument/2006/relationships/image" Target="../media/image67.png"/><Relationship Id="rId6" Type="http://schemas.openxmlformats.org/officeDocument/2006/relationships/image" Target="../media/image64.png"/><Relationship Id="rId7" Type="http://schemas.openxmlformats.org/officeDocument/2006/relationships/image" Target="../media/image68.png"/><Relationship Id="rId8" Type="http://schemas.openxmlformats.org/officeDocument/2006/relationships/image" Target="../media/image38.png"/><Relationship Id="rId9" Type="http://schemas.openxmlformats.org/officeDocument/2006/relationships/image" Target="../media/image53.png"/><Relationship Id="rId10" Type="http://schemas.openxmlformats.org/officeDocument/2006/relationships/image" Target="../media/image12.pn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38.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 Id="rId8" Type="http://schemas.openxmlformats.org/officeDocument/2006/relationships/image" Target="../media/image74.jpg"/><Relationship Id="rId9" Type="http://schemas.openxmlformats.org/officeDocument/2006/relationships/image" Target="../media/image75.jpg"/><Relationship Id="rId10" Type="http://schemas.openxmlformats.org/officeDocument/2006/relationships/image" Target="../media/image76.jp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81.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2.png"/><Relationship Id="rId8"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17</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18 – 19</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dff71ef6fd.png"/>
          <p:cNvPicPr>
            <a:picLocks noChangeAspect="1"/>
          </p:cNvPicPr>
          <p:nvPr/>
        </p:nvPicPr>
        <p:blipFill>
          <a:blip r:embed="rId6"/>
          <a:stretch>
            <a:fillRect/>
          </a:stretch>
        </p:blipFill>
        <p:spPr>
          <a:xfrm>
            <a:off x="4964226" y="2235200"/>
            <a:ext cx="1196746" cy="1117600"/>
          </a:xfrm>
          <a:prstGeom prst="rect">
            <a:avLst/>
          </a:prstGeom>
        </p:spPr>
      </p:pic>
      <p:sp>
        <p:nvSpPr>
          <p:cNvPr id="35" name="TextBox 34"/>
          <p:cNvSpPr txBox="1"/>
          <p:nvPr/>
        </p:nvSpPr>
        <p:spPr>
          <a:xfrm>
            <a:off x="4572000" y="3378200"/>
            <a:ext cx="19812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site</a:t>
            </a:r>
          </a:p>
        </p:txBody>
      </p:sp>
      <p:pic>
        <p:nvPicPr>
          <p:cNvPr id="36" name="Picture 35" descr="a_d5f6457e97.png"/>
          <p:cNvPicPr>
            <a:picLocks noChangeAspect="1"/>
          </p:cNvPicPr>
          <p:nvPr/>
        </p:nvPicPr>
        <p:blipFill>
          <a:blip r:embed="rId7"/>
          <a:stretch>
            <a:fillRect/>
          </a:stretch>
        </p:blipFill>
        <p:spPr>
          <a:xfrm>
            <a:off x="6709591" y="2235200"/>
            <a:ext cx="830217" cy="1117600"/>
          </a:xfrm>
          <a:prstGeom prst="rect">
            <a:avLst/>
          </a:prstGeom>
        </p:spPr>
      </p:pic>
      <p:sp>
        <p:nvSpPr>
          <p:cNvPr id="37" name="TextBox 36"/>
          <p:cNvSpPr txBox="1"/>
          <p:nvPr/>
        </p:nvSpPr>
        <p:spPr>
          <a:xfrm>
            <a:off x="6629400" y="3378200"/>
            <a:ext cx="9906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5913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Band 31, on tower</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CPRI</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martphone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supplier list</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adio-tower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macro eNB supplier list</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heck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a:t>
            </a:r>
          </a:p>
        </p:txBody>
      </p:sp>
      <p:sp>
        <p:nvSpPr>
          <p:cNvPr id="31" name="Rectangle 30"/>
          <p:cNvSpPr/>
          <p:nvPr/>
        </p:nvSpPr>
        <p:spPr>
          <a:xfrm>
            <a:off x="609600" y="47752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12800" y="4889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white.png"/>
          <p:cNvPicPr>
            <a:picLocks noChangeAspect="1"/>
          </p:cNvPicPr>
          <p:nvPr/>
        </p:nvPicPr>
        <p:blipFill>
          <a:blip r:embed="rId6"/>
          <a:stretch>
            <a:fillRect/>
          </a:stretch>
        </p:blipFill>
        <p:spPr>
          <a:xfrm>
            <a:off x="916432" y="4993132"/>
            <a:ext cx="224536" cy="224536"/>
          </a:xfrm>
          <a:prstGeom prst="rect">
            <a:avLst/>
          </a:prstGeom>
        </p:spPr>
      </p:pic>
      <p:sp>
        <p:nvSpPr>
          <p:cNvPr id="34" name="TextBox 33"/>
          <p:cNvSpPr txBox="1"/>
          <p:nvPr/>
        </p:nvSpPr>
        <p:spPr>
          <a:xfrm>
            <a:off x="1422400" y="48514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5" name="TextBox 34"/>
          <p:cNvSpPr txBox="1"/>
          <p:nvPr/>
        </p:nvSpPr>
        <p:spPr>
          <a:xfrm>
            <a:off x="1422400" y="51181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6" name="TextBox 35"/>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7" name="Rectangle 36"/>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3"/>
          <a:stretch>
            <a:fillRect/>
          </a:stretch>
        </p:blipFill>
        <p:spPr>
          <a:xfrm>
            <a:off x="5943600" y="2057400"/>
            <a:ext cx="304800" cy="304800"/>
          </a:xfrm>
          <a:prstGeom prst="rect">
            <a:avLst/>
          </a:prstGeom>
        </p:spPr>
      </p:pic>
      <p:sp>
        <p:nvSpPr>
          <p:cNvPr id="39" name="TextBox 38"/>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40" name="Connector 39"/>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3" name="Rectangle 42"/>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radio-tower_white.png"/>
          <p:cNvPicPr>
            <a:picLocks noChangeAspect="1"/>
          </p:cNvPicPr>
          <p:nvPr/>
        </p:nvPicPr>
        <p:blipFill>
          <a:blip r:embed="rId4"/>
          <a:stretch>
            <a:fillRect/>
          </a:stretch>
        </p:blipFill>
        <p:spPr>
          <a:xfrm>
            <a:off x="5943600" y="2971800"/>
            <a:ext cx="304800" cy="304800"/>
          </a:xfrm>
          <a:prstGeom prst="rect">
            <a:avLst/>
          </a:prstGeom>
        </p:spPr>
      </p:pic>
      <p:sp>
        <p:nvSpPr>
          <p:cNvPr id="45" name="TextBox 44"/>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6" name="Connector 45"/>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9" name="Rectangle 48"/>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layers_white.png"/>
          <p:cNvPicPr>
            <a:picLocks noChangeAspect="1"/>
          </p:cNvPicPr>
          <p:nvPr/>
        </p:nvPicPr>
        <p:blipFill>
          <a:blip r:embed="rId6"/>
          <a:stretch>
            <a:fillRect/>
          </a:stretch>
        </p:blipFill>
        <p:spPr>
          <a:xfrm>
            <a:off x="5943600" y="3886200"/>
            <a:ext cx="304800" cy="304800"/>
          </a:xfrm>
          <a:prstGeom prst="rect">
            <a:avLst/>
          </a:prstGeom>
        </p:spPr>
      </p:pic>
      <p:sp>
        <p:nvSpPr>
          <p:cNvPr id="51" name="TextBox 50"/>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52" name="Connector 51"/>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5" name="Rectangle 54"/>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server_green.png"/>
          <p:cNvPicPr>
            <a:picLocks noChangeAspect="1"/>
          </p:cNvPicPr>
          <p:nvPr/>
        </p:nvPicPr>
        <p:blipFill>
          <a:blip r:embed="rId7"/>
          <a:stretch>
            <a:fillRect/>
          </a:stretch>
        </p:blipFill>
        <p:spPr>
          <a:xfrm>
            <a:off x="9652000" y="2057400"/>
            <a:ext cx="381000" cy="381000"/>
          </a:xfrm>
          <a:prstGeom prst="rect">
            <a:avLst/>
          </a:prstGeom>
        </p:spPr>
      </p:pic>
      <p:sp>
        <p:nvSpPr>
          <p:cNvPr id="58" name="TextBox 57"/>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9" name="TextBox 58"/>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60" name="Picture 59" descr="check_green.png"/>
          <p:cNvPicPr>
            <a:picLocks noChangeAspect="1"/>
          </p:cNvPicPr>
          <p:nvPr/>
        </p:nvPicPr>
        <p:blipFill>
          <a:blip r:embed="rId8"/>
          <a:stretch>
            <a:fillRect/>
          </a:stretch>
        </p:blipFill>
        <p:spPr>
          <a:xfrm>
            <a:off x="9652000" y="3327400"/>
            <a:ext cx="152400" cy="152400"/>
          </a:xfrm>
          <a:prstGeom prst="rect">
            <a:avLst/>
          </a:prstGeom>
        </p:spPr>
      </p:pic>
      <p:sp>
        <p:nvSpPr>
          <p:cNvPr id="61" name="TextBox 60"/>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62" name="Picture 61" descr="check_green.png"/>
          <p:cNvPicPr>
            <a:picLocks noChangeAspect="1"/>
          </p:cNvPicPr>
          <p:nvPr/>
        </p:nvPicPr>
        <p:blipFill>
          <a:blip r:embed="rId8"/>
          <a:stretch>
            <a:fillRect/>
          </a:stretch>
        </p:blipFill>
        <p:spPr>
          <a:xfrm>
            <a:off x="9652000" y="3581400"/>
            <a:ext cx="152400" cy="152400"/>
          </a:xfrm>
          <a:prstGeom prst="rect">
            <a:avLst/>
          </a:prstGeom>
        </p:spPr>
      </p:pic>
      <p:sp>
        <p:nvSpPr>
          <p:cNvPr id="63" name="TextBox 62"/>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4" name="Picture 63" descr="check_green.png"/>
          <p:cNvPicPr>
            <a:picLocks noChangeAspect="1"/>
          </p:cNvPicPr>
          <p:nvPr/>
        </p:nvPicPr>
        <p:blipFill>
          <a:blip r:embed="rId8"/>
          <a:stretch>
            <a:fillRect/>
          </a:stretch>
        </p:blipFill>
        <p:spPr>
          <a:xfrm>
            <a:off x="9652000" y="3835400"/>
            <a:ext cx="152400" cy="152400"/>
          </a:xfrm>
          <a:prstGeom prst="rect">
            <a:avLst/>
          </a:prstGeom>
        </p:spPr>
      </p:pic>
      <p:sp>
        <p:nvSpPr>
          <p:cNvPr id="65" name="TextBox 64"/>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6" name="Picture 65" descr="check_green.png"/>
          <p:cNvPicPr>
            <a:picLocks noChangeAspect="1"/>
          </p:cNvPicPr>
          <p:nvPr/>
        </p:nvPicPr>
        <p:blipFill>
          <a:blip r:embed="rId8"/>
          <a:stretch>
            <a:fillRect/>
          </a:stretch>
        </p:blipFill>
        <p:spPr>
          <a:xfrm>
            <a:off x="9652000" y="4089400"/>
            <a:ext cx="152400" cy="152400"/>
          </a:xfrm>
          <a:prstGeom prst="rect">
            <a:avLst/>
          </a:prstGeom>
        </p:spPr>
      </p:pic>
      <p:sp>
        <p:nvSpPr>
          <p:cNvPr id="67" name="TextBox 66"/>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8" name="Rectangle 67"/>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9" name="Picture 68" descr="network_navy.png"/>
          <p:cNvPicPr>
            <a:picLocks noChangeAspect="1"/>
          </p:cNvPicPr>
          <p:nvPr/>
        </p:nvPicPr>
        <p:blipFill>
          <a:blip r:embed="rId9"/>
          <a:stretch>
            <a:fillRect/>
          </a:stretch>
        </p:blipFill>
        <p:spPr>
          <a:xfrm>
            <a:off x="5994400" y="4826000"/>
            <a:ext cx="381000" cy="381000"/>
          </a:xfrm>
          <a:prstGeom prst="rect">
            <a:avLst/>
          </a:prstGeom>
        </p:spPr>
      </p:pic>
      <p:sp>
        <p:nvSpPr>
          <p:cNvPr id="70" name="TextBox 69"/>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71" name="TextBox 70"/>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72" name="Rectangle 71"/>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3" name="Picture 72" descr="handshake_navy.png"/>
          <p:cNvPicPr>
            <a:picLocks noChangeAspect="1"/>
          </p:cNvPicPr>
          <p:nvPr/>
        </p:nvPicPr>
        <p:blipFill>
          <a:blip r:embed="rId10"/>
          <a:stretch>
            <a:fillRect/>
          </a:stretch>
        </p:blipFill>
        <p:spPr>
          <a:xfrm>
            <a:off x="812800" y="5867400"/>
            <a:ext cx="254000" cy="254000"/>
          </a:xfrm>
          <a:prstGeom prst="rect">
            <a:avLst/>
          </a:prstGeom>
        </p:spPr>
      </p:pic>
      <p:sp>
        <p:nvSpPr>
          <p:cNvPr id="74" name="TextBox 73"/>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5" name="TextBox 7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