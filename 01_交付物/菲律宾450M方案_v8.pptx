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38.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jpg"/><Relationship Id="rId9" Type="http://schemas.openxmlformats.org/officeDocument/2006/relationships/image" Target="../media/image72.jpg"/><Relationship Id="rId10" Type="http://schemas.openxmlformats.org/officeDocument/2006/relationships/image" Target="../media/image73.jp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78.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79.png"/><Relationship Id="rId8"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16</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17 – 18</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410 / 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2350 MHZ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 same site grid, reference modelled at 410 MHz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4e1bc97d24.png"/>
          <p:cNvPicPr>
            <a:picLocks noChangeAspect="1"/>
          </p:cNvPicPr>
          <p:nvPr/>
        </p:nvPicPr>
        <p:blipFill>
          <a:blip r:embed="rId6"/>
          <a:stretch>
            <a:fillRect/>
          </a:stretch>
        </p:blipFill>
        <p:spPr>
          <a:xfrm>
            <a:off x="5018779" y="2235200"/>
            <a:ext cx="630441" cy="11176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tower site</a:t>
            </a:r>
          </a:p>
        </p:txBody>
      </p:sp>
      <p:pic>
        <p:nvPicPr>
          <p:cNvPr id="36" name="Picture 35" descr="a_d5f6457e97.png"/>
          <p:cNvPicPr>
            <a:picLocks noChangeAspect="1"/>
          </p:cNvPicPr>
          <p:nvPr/>
        </p:nvPicPr>
        <p:blipFill>
          <a:blip r:embed="rId7"/>
          <a:stretch>
            <a:fillRect/>
          </a:stretch>
        </p:blipFill>
        <p:spPr>
          <a:xfrm>
            <a:off x="6442891" y="2235200"/>
            <a:ext cx="830217" cy="1117600"/>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eNB</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tower sites</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eNB</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b7de459c1a.png"/>
          <p:cNvPicPr>
            <a:picLocks noChangeAspect="1"/>
          </p:cNvPicPr>
          <p:nvPr/>
        </p:nvPicPr>
        <p:blipFill>
          <a:blip r:embed="rId4"/>
          <a:stretch>
            <a:fillRect/>
          </a:stretch>
        </p:blipFill>
        <p:spPr>
          <a:xfrm>
            <a:off x="7041849" y="2413000"/>
            <a:ext cx="1029301" cy="31750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