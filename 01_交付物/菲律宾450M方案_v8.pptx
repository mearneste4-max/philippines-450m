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more than seven thousand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one licensed operator per country, and utilities are the largest group of users. The Philippines licence is Band 31, the same band as Malaysia and Singapore.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budgets are large, but the path is slowest, because DMR and TETRA are already in service. Rail and port come later. This ranking is our reading, and we would like to test it against yours.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sourcing equipment for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operator networks. 450connect covers over ninety-five percent of Germany, with our PNC660 on its whitelist. TNB in Malaysia is rolling out Band 31, and Singapore's public safety network runs on Band 31, the same band as yours. Bottom row: our own mission-critical deployments.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Utilities fund the coverage, and the other industries build on it: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32.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33.png"/><Relationship Id="rId4" Type="http://schemas.openxmlformats.org/officeDocument/2006/relationships/image" Target="../media/image42.png"/><Relationship Id="rId5" Type="http://schemas.openxmlformats.org/officeDocument/2006/relationships/image" Target="../media/image46.png"/><Relationship Id="rId6" Type="http://schemas.openxmlformats.org/officeDocument/2006/relationships/image" Target="../media/image4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image" Target="../media/image34.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52.png"/><Relationship Id="rId6" Type="http://schemas.openxmlformats.org/officeDocument/2006/relationships/image" Target="../media/image55.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image" Target="../media/image37.png"/><Relationship Id="rId4" Type="http://schemas.openxmlformats.org/officeDocument/2006/relationships/image" Target="../media/image41.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8.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38.png"/><Relationship Id="rId11" Type="http://schemas.openxmlformats.org/officeDocument/2006/relationships/image" Target="../media/image43.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38.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jpg"/><Relationship Id="rId9" Type="http://schemas.openxmlformats.org/officeDocument/2006/relationships/image" Target="../media/image72.jpg"/><Relationship Id="rId10" Type="http://schemas.openxmlformats.org/officeDocument/2006/relationships/image" Target="../media/image73.jpg"/><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64.png"/><Relationship Id="rId9" Type="http://schemas.openxmlformats.org/officeDocument/2006/relationships/image" Target="../media/image59.png"/><Relationship Id="rId10" Type="http://schemas.openxmlformats.org/officeDocument/2006/relationships/image" Target="../media/image78.png"/><Relationship Id="rId11" Type="http://schemas.openxmlformats.org/officeDocument/2006/relationships/image" Target="../media/image34.png"/><Relationship Id="rId12" Type="http://schemas.openxmlformats.org/officeDocument/2006/relationships/image" Target="../media/image23.png"/><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79.png"/><Relationship Id="rId8"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5</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6 – 13</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14 – 16</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17 – 18</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Mountainous island interiors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Baseline site grid</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 GHZ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grid modelled at 410 MHz. Vs 410 MHz, 450 MHz adds ~1 dB path loss, 740 MHz ~7 dB (Hata).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&amp; industry  14</a:t>
            </a:r>
          </a:p>
        </p:txBody>
      </p:sp>
      <p:sp>
        <p:nvSpPr>
          <p:cNvPr id="91" name="Rectangle 90"/>
          <p:cNvSpPr/>
          <p:nvPr/>
        </p:nvSpPr>
        <p:spPr>
          <a:xfrm>
            <a:off x="2799079"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30022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4419600"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462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540004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560324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6736080"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93928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people: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The common pattern:   </a:t>
            </a:r>
            <a:r>
              <a:rPr sz="1250" b="0">
                <a:solidFill>
                  <a:srgbClr val="16213E"/>
                </a:solidFill>
                <a:latin typeface="Segoe UI"/>
              </a:rPr>
              <a:t>one licensed operator per country; utilities are the largest user group</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with Globe</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&gt;95% coverage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4e1bc97d24.png"/>
          <p:cNvPicPr>
            <a:picLocks noChangeAspect="1"/>
          </p:cNvPicPr>
          <p:nvPr/>
        </p:nvPicPr>
        <p:blipFill>
          <a:blip r:embed="rId6"/>
          <a:stretch>
            <a:fillRect/>
          </a:stretch>
        </p:blipFill>
        <p:spPr>
          <a:xfrm>
            <a:off x="5018779" y="2235200"/>
            <a:ext cx="630441" cy="11176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Fixed tower site</a:t>
            </a:r>
          </a:p>
        </p:txBody>
      </p:sp>
      <p:pic>
        <p:nvPicPr>
          <p:cNvPr id="36" name="Picture 35" descr="a_d5f6457e97.png"/>
          <p:cNvPicPr>
            <a:picLocks noChangeAspect="1"/>
          </p:cNvPicPr>
          <p:nvPr/>
        </p:nvPicPr>
        <p:blipFill>
          <a:blip r:embed="rId7"/>
          <a:stretch>
            <a:fillRect/>
          </a:stretch>
        </p:blipFill>
        <p:spPr>
          <a:xfrm>
            <a:off x="6442891" y="2235200"/>
            <a:ext cx="830217" cy="1117600"/>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Mobile site</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Fixed eNB</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tower sites</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Mobile eNB</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portable kit</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Backhaul</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fibre / MW / sat</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HyTalk MC V6.1; 450 MHz Alliance, Equipment Report (May 2025) p5; 450connect whitelist certificate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three national mission-critical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&gt;95% coverage</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MISSION-CRITICAL DEPLOYMENTS AT NATIONAL SCALE</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5561c6b94c.jpg"/>
          <p:cNvPicPr>
            <a:picLocks noChangeAspect="1"/>
          </p:cNvPicPr>
          <p:nvPr/>
        </p:nvPicPr>
        <p:blipFill>
          <a:blip r:embed="rId9"/>
          <a:srcRect t="1843" b="184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1st railway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Hong Kong and PNG photos are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Utilities fund the coverage; every other industry builds on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