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seven thousand six hundred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everywhere: one licensed operator carries the traffic and the utilities anchor the demand.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has the largest budget but the slowest path,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building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networks in service. 450connect covers more than ninety-five percent of Germany, and our PNC660 is on its whitelist. TNB in Malaysia and Singapore's public safety network both run Band 31, the same band as yours. Bottom row: our MCS at national scale on LTE and 5G.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That gives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38.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jpg"/><Relationship Id="rId9" Type="http://schemas.openxmlformats.org/officeDocument/2006/relationships/image" Target="../media/image72.jpg"/><Relationship Id="rId10" Type="http://schemas.openxmlformats.org/officeDocument/2006/relationships/image" Target="../media/image73.jp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78.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79.png"/><Relationship Id="rId8"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16</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17 – 18</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Mostly mountainous islands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410 / 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  sites to close the gap</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2350 MHZ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 same site grid, reference modelled at 410 MHz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14</a:t>
            </a:r>
          </a:p>
        </p:txBody>
      </p:sp>
      <p:sp>
        <p:nvSpPr>
          <p:cNvPr id="91" name="Rectangle 90"/>
          <p:cNvSpPr/>
          <p:nvPr/>
        </p:nvSpPr>
        <p:spPr>
          <a:xfrm>
            <a:off x="2016760"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221996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3637279"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8404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461772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482092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5953759"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15695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the world: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Same pattern everywhere:   </a:t>
            </a:r>
            <a:r>
              <a:rPr sz="1250" b="0">
                <a:solidFill>
                  <a:srgbClr val="16213E"/>
                </a:solidFill>
                <a:latin typeface="Segoe UI"/>
              </a:rPr>
              <a:t>one licensed operator carries it; utilities anchor most networks</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in the pilot</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5d04794507.jpg"/>
          <p:cNvPicPr>
            <a:picLocks noChangeAspect="1"/>
          </p:cNvPicPr>
          <p:nvPr/>
        </p:nvPicPr>
        <p:blipFill>
          <a:blip r:embed="rId2"/>
          <a:srcRect l="6124" r="6124"/>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eff1a04b84.png"/>
          <p:cNvPicPr>
            <a:picLocks noChangeAspect="1"/>
          </p:cNvPicPr>
          <p:nvPr/>
        </p:nvPicPr>
        <p:blipFill>
          <a:blip r:embed="rId6"/>
          <a:stretch>
            <a:fillRect/>
          </a:stretch>
        </p:blipFill>
        <p:spPr>
          <a:xfrm>
            <a:off x="4865428" y="2235200"/>
            <a:ext cx="937143" cy="11176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site</a:t>
            </a:r>
          </a:p>
        </p:txBody>
      </p:sp>
      <p:pic>
        <p:nvPicPr>
          <p:cNvPr id="36" name="Picture 35" descr="a_d5f6457e97.png"/>
          <p:cNvPicPr>
            <a:picLocks noChangeAspect="1"/>
          </p:cNvPicPr>
          <p:nvPr/>
        </p:nvPicPr>
        <p:blipFill>
          <a:blip r:embed="rId7"/>
          <a:stretch>
            <a:fillRect/>
          </a:stretch>
        </p:blipFill>
        <p:spPr>
          <a:xfrm>
            <a:off x="6442891" y="2235200"/>
            <a:ext cx="830217" cy="1117600"/>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eNB</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tower sites</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eNB</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in service, three national MCS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IN SERVICE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MCS AT NATIONAL SCALE  ·  ON LTE AND 5G</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First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utility contract funds the coverage; five more lines use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