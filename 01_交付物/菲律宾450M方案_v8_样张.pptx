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3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7"/>
    <p:sldId id="257" r:id="rId8"/>
    <p:sldId id="258" r:id="rId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594"/>
    <p:restoredTop sz="87603"/>
  </p:normalViewPr>
  <p:slideViewPr>
    <p:cSldViewPr snapToGrid="0">
      <p:cViewPr varScale="1">
        <p:scale>
          <a:sx n="110" d="100"/>
          <a:sy n="110" d="100"/>
        </p:scale>
        <p:origin x="88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Notes Placeholder"/>
          <p:cNvSpPr>
            <a:spLocks noGrp="1"/>
          </p:cNvSpPr>
          <p:nvPr>
            <p:ph type="body" sz="quarter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38466017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svg"/><Relationship Id="rId5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F947FDD-D38F-E8F5-8586-E9662854F6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B3190AE4-F9E4-5FD9-42AF-9099DFB806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444CE86-5C68-32E7-D4E0-B2761B6CF0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DB1EA70-862F-65FC-F764-9F45D4A99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5FC33ED-5EBC-FA7B-0C38-EA39C46DC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928459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B537B1B-511C-D4F8-7DF7-64EC8B6C70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3EBE62D-2664-56CB-82C4-04C33D46D3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D5467FE-6C09-037E-14DD-381C54D5C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1396919-FD4A-9072-7E35-742516F97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27BDBD7-22AF-728F-B452-8AA3C2EF13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590038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83A9FEF-46D9-58A0-4123-77A3F86E55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3B04C57-B239-E772-614E-004D45A923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5D51A5B-944A-D7C3-E6C5-B7BA6FC4A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1F9A231-E1D6-02E5-049E-13B6C93B37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F785DA2-F919-AB2D-F4AB-974430820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645380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319ECDE-D311-74B1-0F20-F87A6A7A7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E3C9B88-FA6C-8ECF-D8A5-00CA3EDE00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AC993D3-8E45-B3B9-AB74-754EF2E7E0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2EEAE69-5CB6-4FFB-A05B-FAFE465FA3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B47215C-0B7F-E4B7-5E41-E225FE479C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CF1607B-F95D-FA9A-48D0-AB90D6EDA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595900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469B30D-EF98-9776-0E67-87371B2176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7E8FDD7-C50E-7D11-4708-BD3BD0488D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3F05520-BEDD-DC89-EDB8-29A55A6881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88A41E8D-4EDE-E951-9249-16343C408D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3A15438-E2BC-3C49-A770-61F2058F0C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469E29F-2CA3-451B-1588-22B05F1C1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D3E0C48-D0FC-01D7-EFB2-E342FFD1CA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B2CF963-EAD2-D222-FE32-733BFF927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451725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9A2317-4DD0-7705-8F0E-9C1AE46894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80B3C6B-F1F3-8087-82E4-22E777BFA3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BE57A2B-3769-94B4-A8DA-143705DFDD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E6269BBB-3D3E-D5C1-373C-4AEBE84F81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734887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053ED18-81E5-087C-CE7B-D43178BA15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A2BD668C-C643-0734-3F58-28ECB69617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2FAAAAD-C5EF-CB82-DA12-5DCCE44FC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5445614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75AE71-64EC-7CAF-DCC1-AC7B7F2512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71341FA-757E-CC97-7EBF-8640D3A585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AD92CD0-2012-EC24-D6A6-D8F0D6235C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8589081-6ADA-73DD-0406-D90801775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E305348-185C-AEBE-DDBC-FA8F583587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434C1BA-03A9-E84F-1095-593ADDB372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637444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5198B2-5754-13F5-8B12-C9C8CBC44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E5E2333-142C-3E91-91F4-A347E32A47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AE17102-E033-CDC0-B618-299CC91D40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F05AFF9-9891-A28B-4FBF-DFF532046A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942270D-2426-270F-0336-B3337C3950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EA358EA-4E08-6B21-F095-EE06B95312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596142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CA809F-C91F-7B47-8C12-D25BA362AF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04A7382-0CA7-7D8B-83FF-08EF76126F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B9417F5-F88C-8CA1-E9BC-7CAC37C486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724339F-FA6A-38A9-D527-0FDC93D8D7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7AB572A-7476-7FB5-9791-802D508D7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47280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FF63993-AF72-23D1-D01C-F973643BA6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1A46C64-EFAA-9A05-E2F3-ABC719457B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52B8B04-FC76-CEC2-9550-07C425ADE2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0466A49-4F49-DA65-9C97-50D34FC9A1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9331544-F576-56EF-205E-90A98A61D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940279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F96E172E-41BA-F174-FF99-50C83FEBC34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5000"/>
          </a:blip>
          <a:stretch>
            <a:fillRect/>
          </a:stretch>
        </p:blipFill>
        <p:spPr>
          <a:xfrm>
            <a:off x="-600" y="6136968"/>
            <a:ext cx="12193200" cy="721032"/>
          </a:xfrm>
          <a:prstGeom prst="rect">
            <a:avLst/>
          </a:prstGeom>
        </p:spPr>
      </p:pic>
      <p:grpSp>
        <p:nvGrpSpPr>
          <p:cNvPr id="7" name="图形 12">
            <a:extLst>
              <a:ext uri="{FF2B5EF4-FFF2-40B4-BE49-F238E27FC236}">
                <a16:creationId xmlns:a16="http://schemas.microsoft.com/office/drawing/2014/main" id="{1E6E911F-38F1-42B3-AAB8-57311022C81E}"/>
              </a:ext>
            </a:extLst>
          </p:cNvPr>
          <p:cNvGrpSpPr/>
          <p:nvPr userDrawn="1"/>
        </p:nvGrpSpPr>
        <p:grpSpPr>
          <a:xfrm>
            <a:off x="10477059" y="327570"/>
            <a:ext cx="1306953" cy="520464"/>
            <a:chOff x="1739537" y="98099"/>
            <a:chExt cx="4612704" cy="1836902"/>
          </a:xfrm>
        </p:grpSpPr>
        <p:sp>
          <p:nvSpPr>
            <p:cNvPr id="8" name="任意形状 7">
              <a:extLst>
                <a:ext uri="{FF2B5EF4-FFF2-40B4-BE49-F238E27FC236}">
                  <a16:creationId xmlns:a16="http://schemas.microsoft.com/office/drawing/2014/main" id="{1FF87494-65BD-1CE3-B49E-C51C092D8D37}"/>
                </a:ext>
              </a:extLst>
            </p:cNvPr>
            <p:cNvSpPr/>
            <p:nvPr/>
          </p:nvSpPr>
          <p:spPr>
            <a:xfrm>
              <a:off x="1739537" y="771564"/>
              <a:ext cx="650741" cy="894889"/>
            </a:xfrm>
            <a:custGeom>
              <a:avLst/>
              <a:gdLst>
                <a:gd name="connsiteX0" fmla="*/ 495249 w 650741"/>
                <a:gd name="connsiteY0" fmla="*/ 368834 h 894889"/>
                <a:gd name="connsiteX1" fmla="*/ 155316 w 650741"/>
                <a:gd name="connsiteY1" fmla="*/ 368834 h 894889"/>
                <a:gd name="connsiteX2" fmla="*/ 155316 w 650741"/>
                <a:gd name="connsiteY2" fmla="*/ 0 h 894889"/>
                <a:gd name="connsiteX3" fmla="*/ 0 w 650741"/>
                <a:gd name="connsiteY3" fmla="*/ 0 h 894889"/>
                <a:gd name="connsiteX4" fmla="*/ 0 w 650741"/>
                <a:gd name="connsiteY4" fmla="*/ 894890 h 894889"/>
                <a:gd name="connsiteX5" fmla="*/ 155316 w 650741"/>
                <a:gd name="connsiteY5" fmla="*/ 894890 h 894889"/>
                <a:gd name="connsiteX6" fmla="*/ 155316 w 650741"/>
                <a:gd name="connsiteY6" fmla="*/ 488856 h 894889"/>
                <a:gd name="connsiteX7" fmla="*/ 495249 w 650741"/>
                <a:gd name="connsiteY7" fmla="*/ 488856 h 894889"/>
                <a:gd name="connsiteX8" fmla="*/ 495249 w 650741"/>
                <a:gd name="connsiteY8" fmla="*/ 894890 h 894889"/>
                <a:gd name="connsiteX9" fmla="*/ 510839 w 650741"/>
                <a:gd name="connsiteY9" fmla="*/ 894890 h 894889"/>
                <a:gd name="connsiteX10" fmla="*/ 650742 w 650741"/>
                <a:gd name="connsiteY10" fmla="*/ 894890 h 894889"/>
                <a:gd name="connsiteX11" fmla="*/ 650742 w 650741"/>
                <a:gd name="connsiteY11" fmla="*/ 0 h 894889"/>
                <a:gd name="connsiteX12" fmla="*/ 495249 w 650741"/>
                <a:gd name="connsiteY12" fmla="*/ 0 h 8948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50741" h="894889">
                  <a:moveTo>
                    <a:pt x="495249" y="368834"/>
                  </a:moveTo>
                  <a:lnTo>
                    <a:pt x="155316" y="368834"/>
                  </a:lnTo>
                  <a:lnTo>
                    <a:pt x="155316" y="0"/>
                  </a:lnTo>
                  <a:lnTo>
                    <a:pt x="0" y="0"/>
                  </a:lnTo>
                  <a:lnTo>
                    <a:pt x="0" y="894890"/>
                  </a:lnTo>
                  <a:lnTo>
                    <a:pt x="155316" y="894890"/>
                  </a:lnTo>
                  <a:lnTo>
                    <a:pt x="155316" y="488856"/>
                  </a:lnTo>
                  <a:lnTo>
                    <a:pt x="495249" y="488856"/>
                  </a:lnTo>
                  <a:lnTo>
                    <a:pt x="495249" y="894890"/>
                  </a:lnTo>
                  <a:lnTo>
                    <a:pt x="510839" y="894890"/>
                  </a:lnTo>
                  <a:lnTo>
                    <a:pt x="650742" y="894890"/>
                  </a:lnTo>
                  <a:lnTo>
                    <a:pt x="650742" y="0"/>
                  </a:lnTo>
                  <a:lnTo>
                    <a:pt x="495249" y="0"/>
                  </a:ln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9" name="任意形状 8">
              <a:extLst>
                <a:ext uri="{FF2B5EF4-FFF2-40B4-BE49-F238E27FC236}">
                  <a16:creationId xmlns:a16="http://schemas.microsoft.com/office/drawing/2014/main" id="{4F5D7A08-87FA-A7AA-66DC-CC3FFCCD16AF}"/>
                </a:ext>
              </a:extLst>
            </p:cNvPr>
            <p:cNvSpPr/>
            <p:nvPr/>
          </p:nvSpPr>
          <p:spPr>
            <a:xfrm>
              <a:off x="2459620" y="1005434"/>
              <a:ext cx="592694" cy="929567"/>
            </a:xfrm>
            <a:custGeom>
              <a:avLst/>
              <a:gdLst>
                <a:gd name="connsiteX0" fmla="*/ 436748 w 592694"/>
                <a:gd name="connsiteY0" fmla="*/ 12476 h 929567"/>
                <a:gd name="connsiteX1" fmla="*/ 310454 w 592694"/>
                <a:gd name="connsiteY1" fmla="*/ 485449 h 929567"/>
                <a:gd name="connsiteX2" fmla="*/ 161943 w 592694"/>
                <a:gd name="connsiteY2" fmla="*/ 11764 h 929567"/>
                <a:gd name="connsiteX3" fmla="*/ 158997 w 592694"/>
                <a:gd name="connsiteY3" fmla="*/ 0 h 929567"/>
                <a:gd name="connsiteX4" fmla="*/ 0 w 592694"/>
                <a:gd name="connsiteY4" fmla="*/ 0 h 929567"/>
                <a:gd name="connsiteX5" fmla="*/ 5002 w 592694"/>
                <a:gd name="connsiteY5" fmla="*/ 19361 h 929567"/>
                <a:gd name="connsiteX6" fmla="*/ 223669 w 592694"/>
                <a:gd name="connsiteY6" fmla="*/ 647854 h 929567"/>
                <a:gd name="connsiteX7" fmla="*/ 147979 w 592694"/>
                <a:gd name="connsiteY7" fmla="*/ 785362 h 929567"/>
                <a:gd name="connsiteX8" fmla="*/ 93871 w 592694"/>
                <a:gd name="connsiteY8" fmla="*/ 815643 h 929567"/>
                <a:gd name="connsiteX9" fmla="*/ 12975 w 592694"/>
                <a:gd name="connsiteY9" fmla="*/ 815643 h 929567"/>
                <a:gd name="connsiteX10" fmla="*/ 6806 w 592694"/>
                <a:gd name="connsiteY10" fmla="*/ 916128 h 929567"/>
                <a:gd name="connsiteX11" fmla="*/ 19348 w 592694"/>
                <a:gd name="connsiteY11" fmla="*/ 919258 h 929567"/>
                <a:gd name="connsiteX12" fmla="*/ 103087 w 592694"/>
                <a:gd name="connsiteY12" fmla="*/ 929567 h 929567"/>
                <a:gd name="connsiteX13" fmla="*/ 104889 w 592694"/>
                <a:gd name="connsiteY13" fmla="*/ 929567 h 929567"/>
                <a:gd name="connsiteX14" fmla="*/ 243016 w 592694"/>
                <a:gd name="connsiteY14" fmla="*/ 871489 h 929567"/>
                <a:gd name="connsiteX15" fmla="*/ 378346 w 592694"/>
                <a:gd name="connsiteY15" fmla="*/ 652078 h 929567"/>
                <a:gd name="connsiteX16" fmla="*/ 587872 w 592694"/>
                <a:gd name="connsiteY16" fmla="*/ 19287 h 929567"/>
                <a:gd name="connsiteX17" fmla="*/ 592695 w 592694"/>
                <a:gd name="connsiteY17" fmla="*/ 2 h 929567"/>
                <a:gd name="connsiteX18" fmla="*/ 439078 w 592694"/>
                <a:gd name="connsiteY18" fmla="*/ 2 h 929567"/>
                <a:gd name="connsiteX19" fmla="*/ 436748 w 592694"/>
                <a:gd name="connsiteY19" fmla="*/ 12478 h 929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592694" h="929567">
                  <a:moveTo>
                    <a:pt x="436748" y="12476"/>
                  </a:moveTo>
                  <a:cubicBezTo>
                    <a:pt x="404955" y="174421"/>
                    <a:pt x="360448" y="339438"/>
                    <a:pt x="310454" y="485449"/>
                  </a:cubicBezTo>
                  <a:cubicBezTo>
                    <a:pt x="255533" y="333879"/>
                    <a:pt x="204855" y="182322"/>
                    <a:pt x="161943" y="11764"/>
                  </a:cubicBezTo>
                  <a:lnTo>
                    <a:pt x="158997" y="0"/>
                  </a:lnTo>
                  <a:lnTo>
                    <a:pt x="0" y="0"/>
                  </a:lnTo>
                  <a:lnTo>
                    <a:pt x="5002" y="19361"/>
                  </a:lnTo>
                  <a:cubicBezTo>
                    <a:pt x="62158" y="239336"/>
                    <a:pt x="146988" y="470850"/>
                    <a:pt x="223669" y="647854"/>
                  </a:cubicBezTo>
                  <a:cubicBezTo>
                    <a:pt x="192133" y="717948"/>
                    <a:pt x="168114" y="761067"/>
                    <a:pt x="147979" y="785362"/>
                  </a:cubicBezTo>
                  <a:cubicBezTo>
                    <a:pt x="126752" y="810281"/>
                    <a:pt x="113296" y="815216"/>
                    <a:pt x="93871" y="815643"/>
                  </a:cubicBezTo>
                  <a:lnTo>
                    <a:pt x="12975" y="815643"/>
                  </a:lnTo>
                  <a:lnTo>
                    <a:pt x="6806" y="916128"/>
                  </a:lnTo>
                  <a:lnTo>
                    <a:pt x="19348" y="919258"/>
                  </a:lnTo>
                  <a:cubicBezTo>
                    <a:pt x="40043" y="924358"/>
                    <a:pt x="69597" y="929567"/>
                    <a:pt x="103087" y="929567"/>
                  </a:cubicBezTo>
                  <a:lnTo>
                    <a:pt x="104889" y="929567"/>
                  </a:lnTo>
                  <a:cubicBezTo>
                    <a:pt x="155951" y="929567"/>
                    <a:pt x="201171" y="913896"/>
                    <a:pt x="243016" y="871489"/>
                  </a:cubicBezTo>
                  <a:cubicBezTo>
                    <a:pt x="285545" y="828732"/>
                    <a:pt x="326678" y="760432"/>
                    <a:pt x="378346" y="652078"/>
                  </a:cubicBezTo>
                  <a:cubicBezTo>
                    <a:pt x="447061" y="509460"/>
                    <a:pt x="516553" y="303411"/>
                    <a:pt x="587872" y="19287"/>
                  </a:cubicBezTo>
                  <a:lnTo>
                    <a:pt x="592695" y="2"/>
                  </a:lnTo>
                  <a:lnTo>
                    <a:pt x="439078" y="2"/>
                  </a:lnTo>
                  <a:lnTo>
                    <a:pt x="436748" y="12478"/>
                  </a:ln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0" name="任意形状 9">
              <a:extLst>
                <a:ext uri="{FF2B5EF4-FFF2-40B4-BE49-F238E27FC236}">
                  <a16:creationId xmlns:a16="http://schemas.microsoft.com/office/drawing/2014/main" id="{50E9FEE1-E93A-F1E5-E543-3E55DCA60665}"/>
                </a:ext>
              </a:extLst>
            </p:cNvPr>
            <p:cNvSpPr/>
            <p:nvPr/>
          </p:nvSpPr>
          <p:spPr>
            <a:xfrm>
              <a:off x="3117596" y="822326"/>
              <a:ext cx="394925" cy="853987"/>
            </a:xfrm>
            <a:custGeom>
              <a:avLst/>
              <a:gdLst>
                <a:gd name="connsiteX0" fmla="*/ 263816 w 394925"/>
                <a:gd name="connsiteY0" fmla="*/ 726822 h 853987"/>
                <a:gd name="connsiteX1" fmla="*/ 245453 w 394925"/>
                <a:gd name="connsiteY1" fmla="*/ 649176 h 853987"/>
                <a:gd name="connsiteX2" fmla="*/ 245453 w 394925"/>
                <a:gd name="connsiteY2" fmla="*/ 292104 h 853987"/>
                <a:gd name="connsiteX3" fmla="*/ 394859 w 394925"/>
                <a:gd name="connsiteY3" fmla="*/ 292104 h 853987"/>
                <a:gd name="connsiteX4" fmla="*/ 394859 w 394925"/>
                <a:gd name="connsiteY4" fmla="*/ 183108 h 853987"/>
                <a:gd name="connsiteX5" fmla="*/ 245453 w 394925"/>
                <a:gd name="connsiteY5" fmla="*/ 183108 h 853987"/>
                <a:gd name="connsiteX6" fmla="*/ 245453 w 394925"/>
                <a:gd name="connsiteY6" fmla="*/ 0 h 853987"/>
                <a:gd name="connsiteX7" fmla="*/ 122994 w 394925"/>
                <a:gd name="connsiteY7" fmla="*/ 0 h 853987"/>
                <a:gd name="connsiteX8" fmla="*/ 94329 w 394925"/>
                <a:gd name="connsiteY8" fmla="*/ 183108 h 853987"/>
                <a:gd name="connsiteX9" fmla="*/ 0 w 394925"/>
                <a:gd name="connsiteY9" fmla="*/ 183108 h 853987"/>
                <a:gd name="connsiteX10" fmla="*/ 0 w 394925"/>
                <a:gd name="connsiteY10" fmla="*/ 292104 h 853987"/>
                <a:gd name="connsiteX11" fmla="*/ 93695 w 394925"/>
                <a:gd name="connsiteY11" fmla="*/ 292104 h 853987"/>
                <a:gd name="connsiteX12" fmla="*/ 93695 w 394925"/>
                <a:gd name="connsiteY12" fmla="*/ 678954 h 853987"/>
                <a:gd name="connsiteX13" fmla="*/ 144573 w 394925"/>
                <a:gd name="connsiteY13" fmla="*/ 818311 h 853987"/>
                <a:gd name="connsiteX14" fmla="*/ 272215 w 394925"/>
                <a:gd name="connsiteY14" fmla="*/ 853988 h 853987"/>
                <a:gd name="connsiteX15" fmla="*/ 382840 w 394925"/>
                <a:gd name="connsiteY15" fmla="*/ 842420 h 853987"/>
                <a:gd name="connsiteX16" fmla="*/ 394925 w 394925"/>
                <a:gd name="connsiteY16" fmla="*/ 839750 h 853987"/>
                <a:gd name="connsiteX17" fmla="*/ 394925 w 394925"/>
                <a:gd name="connsiteY17" fmla="*/ 740162 h 853987"/>
                <a:gd name="connsiteX18" fmla="*/ 324985 w 394925"/>
                <a:gd name="connsiteY18" fmla="*/ 740162 h 853987"/>
                <a:gd name="connsiteX19" fmla="*/ 263816 w 394925"/>
                <a:gd name="connsiteY19" fmla="*/ 726822 h 853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94925" h="853987">
                  <a:moveTo>
                    <a:pt x="263816" y="726822"/>
                  </a:moveTo>
                  <a:cubicBezTo>
                    <a:pt x="253426" y="717574"/>
                    <a:pt x="245354" y="695621"/>
                    <a:pt x="245453" y="649176"/>
                  </a:cubicBezTo>
                  <a:lnTo>
                    <a:pt x="245453" y="292104"/>
                  </a:lnTo>
                  <a:lnTo>
                    <a:pt x="394859" y="292104"/>
                  </a:lnTo>
                  <a:lnTo>
                    <a:pt x="394859" y="183108"/>
                  </a:lnTo>
                  <a:lnTo>
                    <a:pt x="245453" y="183108"/>
                  </a:lnTo>
                  <a:lnTo>
                    <a:pt x="245453" y="0"/>
                  </a:lnTo>
                  <a:lnTo>
                    <a:pt x="122994" y="0"/>
                  </a:lnTo>
                  <a:lnTo>
                    <a:pt x="94329" y="183108"/>
                  </a:lnTo>
                  <a:lnTo>
                    <a:pt x="0" y="183108"/>
                  </a:lnTo>
                  <a:lnTo>
                    <a:pt x="0" y="292104"/>
                  </a:lnTo>
                  <a:lnTo>
                    <a:pt x="93695" y="292104"/>
                  </a:lnTo>
                  <a:lnTo>
                    <a:pt x="93695" y="678954"/>
                  </a:lnTo>
                  <a:cubicBezTo>
                    <a:pt x="93618" y="745010"/>
                    <a:pt x="111270" y="790722"/>
                    <a:pt x="144573" y="818311"/>
                  </a:cubicBezTo>
                  <a:cubicBezTo>
                    <a:pt x="177820" y="845922"/>
                    <a:pt x="222322" y="853911"/>
                    <a:pt x="272215" y="853988"/>
                  </a:cubicBezTo>
                  <a:cubicBezTo>
                    <a:pt x="312790" y="853911"/>
                    <a:pt x="354175" y="848975"/>
                    <a:pt x="382840" y="842420"/>
                  </a:cubicBezTo>
                  <a:lnTo>
                    <a:pt x="394925" y="839750"/>
                  </a:lnTo>
                  <a:lnTo>
                    <a:pt x="394925" y="740162"/>
                  </a:lnTo>
                  <a:lnTo>
                    <a:pt x="324985" y="740162"/>
                  </a:lnTo>
                  <a:cubicBezTo>
                    <a:pt x="293093" y="740337"/>
                    <a:pt x="273670" y="736572"/>
                    <a:pt x="263816" y="726822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1" name="任意形状 10">
              <a:extLst>
                <a:ext uri="{FF2B5EF4-FFF2-40B4-BE49-F238E27FC236}">
                  <a16:creationId xmlns:a16="http://schemas.microsoft.com/office/drawing/2014/main" id="{C63A48D9-4FC7-12B4-7763-ECF778419844}"/>
                </a:ext>
              </a:extLst>
            </p:cNvPr>
            <p:cNvSpPr/>
            <p:nvPr/>
          </p:nvSpPr>
          <p:spPr>
            <a:xfrm>
              <a:off x="3556629" y="991891"/>
              <a:ext cx="579088" cy="688176"/>
            </a:xfrm>
            <a:custGeom>
              <a:avLst/>
              <a:gdLst>
                <a:gd name="connsiteX0" fmla="*/ 302411 w 579088"/>
                <a:gd name="connsiteY0" fmla="*/ 106382 h 688176"/>
                <a:gd name="connsiteX1" fmla="*/ 392519 w 579088"/>
                <a:gd name="connsiteY1" fmla="*/ 147363 h 688176"/>
                <a:gd name="connsiteX2" fmla="*/ 424586 w 579088"/>
                <a:gd name="connsiteY2" fmla="*/ 266121 h 688176"/>
                <a:gd name="connsiteX3" fmla="*/ 157379 w 579088"/>
                <a:gd name="connsiteY3" fmla="*/ 266121 h 688176"/>
                <a:gd name="connsiteX4" fmla="*/ 192847 w 579088"/>
                <a:gd name="connsiteY4" fmla="*/ 160347 h 688176"/>
                <a:gd name="connsiteX5" fmla="*/ 302411 w 579088"/>
                <a:gd name="connsiteY5" fmla="*/ 106384 h 688176"/>
                <a:gd name="connsiteX6" fmla="*/ 309925 w 579088"/>
                <a:gd name="connsiteY6" fmla="*/ 2 h 688176"/>
                <a:gd name="connsiteX7" fmla="*/ 77924 w 579088"/>
                <a:gd name="connsiteY7" fmla="*/ 94567 h 688176"/>
                <a:gd name="connsiteX8" fmla="*/ 0 w 579088"/>
                <a:gd name="connsiteY8" fmla="*/ 345967 h 688176"/>
                <a:gd name="connsiteX9" fmla="*/ 76043 w 579088"/>
                <a:gd name="connsiteY9" fmla="*/ 600802 h 688176"/>
                <a:gd name="connsiteX10" fmla="*/ 310909 w 579088"/>
                <a:gd name="connsiteY10" fmla="*/ 688177 h 688176"/>
                <a:gd name="connsiteX11" fmla="*/ 311445 w 579088"/>
                <a:gd name="connsiteY11" fmla="*/ 688177 h 688176"/>
                <a:gd name="connsiteX12" fmla="*/ 549713 w 579088"/>
                <a:gd name="connsiteY12" fmla="*/ 654131 h 688176"/>
                <a:gd name="connsiteX13" fmla="*/ 563504 w 579088"/>
                <a:gd name="connsiteY13" fmla="*/ 650093 h 688176"/>
                <a:gd name="connsiteX14" fmla="*/ 540570 w 579088"/>
                <a:gd name="connsiteY14" fmla="*/ 540743 h 688176"/>
                <a:gd name="connsiteX15" fmla="*/ 524733 w 579088"/>
                <a:gd name="connsiteY15" fmla="*/ 545131 h 688176"/>
                <a:gd name="connsiteX16" fmla="*/ 329633 w 579088"/>
                <a:gd name="connsiteY16" fmla="*/ 574253 h 688176"/>
                <a:gd name="connsiteX17" fmla="*/ 193941 w 579088"/>
                <a:gd name="connsiteY17" fmla="*/ 518330 h 688176"/>
                <a:gd name="connsiteX18" fmla="*/ 156417 w 579088"/>
                <a:gd name="connsiteY18" fmla="*/ 370076 h 688176"/>
                <a:gd name="connsiteX19" fmla="*/ 577568 w 579088"/>
                <a:gd name="connsiteY19" fmla="*/ 370076 h 688176"/>
                <a:gd name="connsiteX20" fmla="*/ 577568 w 579088"/>
                <a:gd name="connsiteY20" fmla="*/ 354481 h 688176"/>
                <a:gd name="connsiteX21" fmla="*/ 579089 w 579088"/>
                <a:gd name="connsiteY21" fmla="*/ 295232 h 688176"/>
                <a:gd name="connsiteX22" fmla="*/ 517110 w 579088"/>
                <a:gd name="connsiteY22" fmla="*/ 82269 h 688176"/>
                <a:gd name="connsiteX23" fmla="*/ 309925 w 579088"/>
                <a:gd name="connsiteY23" fmla="*/ 1 h 688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579088" h="688176">
                  <a:moveTo>
                    <a:pt x="302411" y="106382"/>
                  </a:moveTo>
                  <a:cubicBezTo>
                    <a:pt x="343260" y="106763"/>
                    <a:pt x="371903" y="120991"/>
                    <a:pt x="392519" y="147363"/>
                  </a:cubicBezTo>
                  <a:cubicBezTo>
                    <a:pt x="412861" y="173787"/>
                    <a:pt x="424586" y="214128"/>
                    <a:pt x="424586" y="266121"/>
                  </a:cubicBezTo>
                  <a:lnTo>
                    <a:pt x="157379" y="266121"/>
                  </a:lnTo>
                  <a:cubicBezTo>
                    <a:pt x="161229" y="227118"/>
                    <a:pt x="172538" y="189033"/>
                    <a:pt x="192847" y="160347"/>
                  </a:cubicBezTo>
                  <a:cubicBezTo>
                    <a:pt x="216153" y="128004"/>
                    <a:pt x="249467" y="106764"/>
                    <a:pt x="302411" y="106384"/>
                  </a:cubicBezTo>
                  <a:close/>
                  <a:moveTo>
                    <a:pt x="309925" y="2"/>
                  </a:moveTo>
                  <a:cubicBezTo>
                    <a:pt x="209351" y="-175"/>
                    <a:pt x="130431" y="33437"/>
                    <a:pt x="77924" y="94567"/>
                  </a:cubicBezTo>
                  <a:cubicBezTo>
                    <a:pt x="25439" y="155519"/>
                    <a:pt x="0" y="242001"/>
                    <a:pt x="0" y="345967"/>
                  </a:cubicBezTo>
                  <a:cubicBezTo>
                    <a:pt x="0" y="456312"/>
                    <a:pt x="23744" y="542089"/>
                    <a:pt x="76043" y="600802"/>
                  </a:cubicBezTo>
                  <a:cubicBezTo>
                    <a:pt x="128178" y="659493"/>
                    <a:pt x="207546" y="688177"/>
                    <a:pt x="310909" y="688177"/>
                  </a:cubicBezTo>
                  <a:lnTo>
                    <a:pt x="311445" y="688177"/>
                  </a:lnTo>
                  <a:cubicBezTo>
                    <a:pt x="400667" y="688177"/>
                    <a:pt x="480647" y="674278"/>
                    <a:pt x="549713" y="654131"/>
                  </a:cubicBezTo>
                  <a:lnTo>
                    <a:pt x="563504" y="650093"/>
                  </a:lnTo>
                  <a:lnTo>
                    <a:pt x="540570" y="540743"/>
                  </a:lnTo>
                  <a:lnTo>
                    <a:pt x="524733" y="545131"/>
                  </a:lnTo>
                  <a:cubicBezTo>
                    <a:pt x="463280" y="562160"/>
                    <a:pt x="406409" y="574176"/>
                    <a:pt x="329633" y="574253"/>
                  </a:cubicBezTo>
                  <a:cubicBezTo>
                    <a:pt x="260666" y="573892"/>
                    <a:pt x="220091" y="553821"/>
                    <a:pt x="193941" y="518330"/>
                  </a:cubicBezTo>
                  <a:cubicBezTo>
                    <a:pt x="169661" y="484996"/>
                    <a:pt x="157937" y="434720"/>
                    <a:pt x="156417" y="370076"/>
                  </a:cubicBezTo>
                  <a:lnTo>
                    <a:pt x="577568" y="370076"/>
                  </a:lnTo>
                  <a:lnTo>
                    <a:pt x="577568" y="354481"/>
                  </a:lnTo>
                  <a:cubicBezTo>
                    <a:pt x="577568" y="336566"/>
                    <a:pt x="579089" y="308419"/>
                    <a:pt x="579089" y="295232"/>
                  </a:cubicBezTo>
                  <a:cubicBezTo>
                    <a:pt x="579012" y="209028"/>
                    <a:pt x="561010" y="135241"/>
                    <a:pt x="517110" y="82269"/>
                  </a:cubicBezTo>
                  <a:cubicBezTo>
                    <a:pt x="473309" y="29321"/>
                    <a:pt x="404254" y="-177"/>
                    <a:pt x="309925" y="1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2" name="任意形状 11">
              <a:extLst>
                <a:ext uri="{FF2B5EF4-FFF2-40B4-BE49-F238E27FC236}">
                  <a16:creationId xmlns:a16="http://schemas.microsoft.com/office/drawing/2014/main" id="{341E5E21-2A07-AD8F-3B28-E1CBFDE6C95C}"/>
                </a:ext>
              </a:extLst>
            </p:cNvPr>
            <p:cNvSpPr/>
            <p:nvPr/>
          </p:nvSpPr>
          <p:spPr>
            <a:xfrm>
              <a:off x="4227181" y="991914"/>
              <a:ext cx="380685" cy="674561"/>
            </a:xfrm>
            <a:custGeom>
              <a:avLst/>
              <a:gdLst>
                <a:gd name="connsiteX0" fmla="*/ 288773 w 380685"/>
                <a:gd name="connsiteY0" fmla="*/ 5 h 674561"/>
                <a:gd name="connsiteX1" fmla="*/ 198403 w 380685"/>
                <a:gd name="connsiteY1" fmla="*/ 32906 h 674561"/>
                <a:gd name="connsiteX2" fmla="*/ 133811 w 380685"/>
                <a:gd name="connsiteY2" fmla="*/ 102802 h 674561"/>
                <a:gd name="connsiteX3" fmla="*/ 124493 w 380685"/>
                <a:gd name="connsiteY3" fmla="*/ 13546 h 674561"/>
                <a:gd name="connsiteX4" fmla="*/ 0 w 380685"/>
                <a:gd name="connsiteY4" fmla="*/ 13546 h 674561"/>
                <a:gd name="connsiteX5" fmla="*/ 0 w 380685"/>
                <a:gd name="connsiteY5" fmla="*/ 674562 h 674561"/>
                <a:gd name="connsiteX6" fmla="*/ 151627 w 380685"/>
                <a:gd name="connsiteY6" fmla="*/ 674562 h 674561"/>
                <a:gd name="connsiteX7" fmla="*/ 151627 w 380685"/>
                <a:gd name="connsiteY7" fmla="*/ 244704 h 674561"/>
                <a:gd name="connsiteX8" fmla="*/ 233160 w 380685"/>
                <a:gd name="connsiteY8" fmla="*/ 148356 h 674561"/>
                <a:gd name="connsiteX9" fmla="*/ 284191 w 380685"/>
                <a:gd name="connsiteY9" fmla="*/ 122542 h 674561"/>
                <a:gd name="connsiteX10" fmla="*/ 340460 w 380685"/>
                <a:gd name="connsiteY10" fmla="*/ 131943 h 674561"/>
                <a:gd name="connsiteX11" fmla="*/ 356482 w 380685"/>
                <a:gd name="connsiteY11" fmla="*/ 136338 h 674561"/>
                <a:gd name="connsiteX12" fmla="*/ 359807 w 380685"/>
                <a:gd name="connsiteY12" fmla="*/ 120027 h 674561"/>
                <a:gd name="connsiteX13" fmla="*/ 380685 w 380685"/>
                <a:gd name="connsiteY13" fmla="*/ 15681 h 674561"/>
                <a:gd name="connsiteX14" fmla="*/ 366971 w 380685"/>
                <a:gd name="connsiteY14" fmla="*/ 11844 h 674561"/>
                <a:gd name="connsiteX15" fmla="*/ 288773 w 380685"/>
                <a:gd name="connsiteY15" fmla="*/ 5 h 674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80685" h="674561">
                  <a:moveTo>
                    <a:pt x="288773" y="5"/>
                  </a:moveTo>
                  <a:cubicBezTo>
                    <a:pt x="255525" y="-275"/>
                    <a:pt x="225898" y="10574"/>
                    <a:pt x="198403" y="32906"/>
                  </a:cubicBezTo>
                  <a:cubicBezTo>
                    <a:pt x="177426" y="49650"/>
                    <a:pt x="157095" y="72618"/>
                    <a:pt x="133811" y="102802"/>
                  </a:cubicBezTo>
                  <a:lnTo>
                    <a:pt x="124493" y="13546"/>
                  </a:lnTo>
                  <a:lnTo>
                    <a:pt x="0" y="13546"/>
                  </a:lnTo>
                  <a:lnTo>
                    <a:pt x="0" y="674562"/>
                  </a:lnTo>
                  <a:lnTo>
                    <a:pt x="151627" y="674562"/>
                  </a:lnTo>
                  <a:lnTo>
                    <a:pt x="151627" y="244704"/>
                  </a:lnTo>
                  <a:cubicBezTo>
                    <a:pt x="186919" y="198815"/>
                    <a:pt x="212643" y="167437"/>
                    <a:pt x="233160" y="148356"/>
                  </a:cubicBezTo>
                  <a:cubicBezTo>
                    <a:pt x="254815" y="128539"/>
                    <a:pt x="268814" y="122619"/>
                    <a:pt x="284191" y="122542"/>
                  </a:cubicBezTo>
                  <a:cubicBezTo>
                    <a:pt x="300246" y="122542"/>
                    <a:pt x="318598" y="125845"/>
                    <a:pt x="340460" y="131943"/>
                  </a:cubicBezTo>
                  <a:lnTo>
                    <a:pt x="356482" y="136338"/>
                  </a:lnTo>
                  <a:lnTo>
                    <a:pt x="359807" y="120027"/>
                  </a:lnTo>
                  <a:lnTo>
                    <a:pt x="380685" y="15681"/>
                  </a:lnTo>
                  <a:lnTo>
                    <a:pt x="366971" y="11844"/>
                  </a:lnTo>
                  <a:cubicBezTo>
                    <a:pt x="340285" y="3943"/>
                    <a:pt x="314485" y="5"/>
                    <a:pt x="288773" y="5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3" name="任意形状 12">
              <a:extLst>
                <a:ext uri="{FF2B5EF4-FFF2-40B4-BE49-F238E27FC236}">
                  <a16:creationId xmlns:a16="http://schemas.microsoft.com/office/drawing/2014/main" id="{797F1EB2-7BFE-7EFE-A850-707DBB310097}"/>
                </a:ext>
              </a:extLst>
            </p:cNvPr>
            <p:cNvSpPr/>
            <p:nvPr/>
          </p:nvSpPr>
          <p:spPr>
            <a:xfrm>
              <a:off x="4620026" y="991866"/>
              <a:ext cx="539861" cy="688201"/>
            </a:xfrm>
            <a:custGeom>
              <a:avLst/>
              <a:gdLst>
                <a:gd name="connsiteX0" fmla="*/ 187108 w 539861"/>
                <a:gd name="connsiteY0" fmla="*/ 410329 h 688201"/>
                <a:gd name="connsiteX1" fmla="*/ 296136 w 539861"/>
                <a:gd name="connsiteY1" fmla="*/ 381208 h 688201"/>
                <a:gd name="connsiteX2" fmla="*/ 296311 w 539861"/>
                <a:gd name="connsiteY2" fmla="*/ 381208 h 688201"/>
                <a:gd name="connsiteX3" fmla="*/ 389547 w 539861"/>
                <a:gd name="connsiteY3" fmla="*/ 381208 h 688201"/>
                <a:gd name="connsiteX4" fmla="*/ 389547 w 539861"/>
                <a:gd name="connsiteY4" fmla="*/ 501589 h 688201"/>
                <a:gd name="connsiteX5" fmla="*/ 248015 w 539861"/>
                <a:gd name="connsiteY5" fmla="*/ 579202 h 688201"/>
                <a:gd name="connsiteX6" fmla="*/ 176084 w 539861"/>
                <a:gd name="connsiteY6" fmla="*/ 554743 h 688201"/>
                <a:gd name="connsiteX7" fmla="*/ 153336 w 539861"/>
                <a:gd name="connsiteY7" fmla="*/ 488325 h 688201"/>
                <a:gd name="connsiteX8" fmla="*/ 187108 w 539861"/>
                <a:gd name="connsiteY8" fmla="*/ 410329 h 688201"/>
                <a:gd name="connsiteX9" fmla="*/ 481634 w 539861"/>
                <a:gd name="connsiteY9" fmla="*/ 63926 h 688201"/>
                <a:gd name="connsiteX10" fmla="*/ 282772 w 539861"/>
                <a:gd name="connsiteY10" fmla="*/ 0 h 688201"/>
                <a:gd name="connsiteX11" fmla="*/ 53932 w 539861"/>
                <a:gd name="connsiteY11" fmla="*/ 41872 h 688201"/>
                <a:gd name="connsiteX12" fmla="*/ 40042 w 539861"/>
                <a:gd name="connsiteY12" fmla="*/ 46877 h 688201"/>
                <a:gd name="connsiteX13" fmla="*/ 73880 w 539861"/>
                <a:gd name="connsiteY13" fmla="*/ 152291 h 688201"/>
                <a:gd name="connsiteX14" fmla="*/ 89225 w 539861"/>
                <a:gd name="connsiteY14" fmla="*/ 146194 h 688201"/>
                <a:gd name="connsiteX15" fmla="*/ 264595 w 539861"/>
                <a:gd name="connsiteY15" fmla="*/ 110242 h 688201"/>
                <a:gd name="connsiteX16" fmla="*/ 363113 w 539861"/>
                <a:gd name="connsiteY16" fmla="*/ 140198 h 688201"/>
                <a:gd name="connsiteX17" fmla="*/ 389547 w 539861"/>
                <a:gd name="connsiteY17" fmla="*/ 237003 h 688201"/>
                <a:gd name="connsiteX18" fmla="*/ 389547 w 539861"/>
                <a:gd name="connsiteY18" fmla="*/ 279727 h 688201"/>
                <a:gd name="connsiteX19" fmla="*/ 309993 w 539861"/>
                <a:gd name="connsiteY19" fmla="*/ 279727 h 688201"/>
                <a:gd name="connsiteX20" fmla="*/ 88765 w 539861"/>
                <a:gd name="connsiteY20" fmla="*/ 330571 h 688201"/>
                <a:gd name="connsiteX21" fmla="*/ 3 w 539861"/>
                <a:gd name="connsiteY21" fmla="*/ 493250 h 688201"/>
                <a:gd name="connsiteX22" fmla="*/ 61084 w 539861"/>
                <a:gd name="connsiteY22" fmla="*/ 636930 h 688201"/>
                <a:gd name="connsiteX23" fmla="*/ 220870 w 539861"/>
                <a:gd name="connsiteY23" fmla="*/ 688201 h 688201"/>
                <a:gd name="connsiteX24" fmla="*/ 221056 w 539861"/>
                <a:gd name="connsiteY24" fmla="*/ 688201 h 688201"/>
                <a:gd name="connsiteX25" fmla="*/ 407899 w 539861"/>
                <a:gd name="connsiteY25" fmla="*/ 618183 h 688201"/>
                <a:gd name="connsiteX26" fmla="*/ 413641 w 539861"/>
                <a:gd name="connsiteY26" fmla="*/ 674664 h 688201"/>
                <a:gd name="connsiteX27" fmla="*/ 427607 w 539861"/>
                <a:gd name="connsiteY27" fmla="*/ 674664 h 688201"/>
                <a:gd name="connsiteX28" fmla="*/ 539861 w 539861"/>
                <a:gd name="connsiteY28" fmla="*/ 674664 h 688201"/>
                <a:gd name="connsiteX29" fmla="*/ 539861 w 539861"/>
                <a:gd name="connsiteY29" fmla="*/ 217282 h 688201"/>
                <a:gd name="connsiteX30" fmla="*/ 481634 w 539861"/>
                <a:gd name="connsiteY30" fmla="*/ 63924 h 688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539861" h="688201">
                  <a:moveTo>
                    <a:pt x="187108" y="410329"/>
                  </a:moveTo>
                  <a:cubicBezTo>
                    <a:pt x="209594" y="392316"/>
                    <a:pt x="245423" y="381208"/>
                    <a:pt x="296136" y="381208"/>
                  </a:cubicBezTo>
                  <a:lnTo>
                    <a:pt x="296311" y="381208"/>
                  </a:lnTo>
                  <a:lnTo>
                    <a:pt x="389547" y="381208"/>
                  </a:lnTo>
                  <a:lnTo>
                    <a:pt x="389547" y="501589"/>
                  </a:lnTo>
                  <a:cubicBezTo>
                    <a:pt x="343339" y="547301"/>
                    <a:pt x="301134" y="579278"/>
                    <a:pt x="248015" y="579202"/>
                  </a:cubicBezTo>
                  <a:cubicBezTo>
                    <a:pt x="213816" y="579103"/>
                    <a:pt x="191067" y="569703"/>
                    <a:pt x="176084" y="554743"/>
                  </a:cubicBezTo>
                  <a:cubicBezTo>
                    <a:pt x="161407" y="539772"/>
                    <a:pt x="153336" y="517720"/>
                    <a:pt x="153336" y="488325"/>
                  </a:cubicBezTo>
                  <a:cubicBezTo>
                    <a:pt x="153434" y="453371"/>
                    <a:pt x="164710" y="428364"/>
                    <a:pt x="187108" y="410329"/>
                  </a:cubicBezTo>
                  <a:close/>
                  <a:moveTo>
                    <a:pt x="481634" y="63926"/>
                  </a:moveTo>
                  <a:cubicBezTo>
                    <a:pt x="439976" y="23578"/>
                    <a:pt x="375045" y="0"/>
                    <a:pt x="282772" y="0"/>
                  </a:cubicBezTo>
                  <a:cubicBezTo>
                    <a:pt x="208074" y="0"/>
                    <a:pt x="126650" y="15144"/>
                    <a:pt x="53932" y="41872"/>
                  </a:cubicBezTo>
                  <a:lnTo>
                    <a:pt x="40042" y="46877"/>
                  </a:lnTo>
                  <a:lnTo>
                    <a:pt x="73880" y="152291"/>
                  </a:lnTo>
                  <a:lnTo>
                    <a:pt x="89225" y="146194"/>
                  </a:lnTo>
                  <a:cubicBezTo>
                    <a:pt x="149322" y="122183"/>
                    <a:pt x="211027" y="110242"/>
                    <a:pt x="264595" y="110242"/>
                  </a:cubicBezTo>
                  <a:cubicBezTo>
                    <a:pt x="315484" y="110242"/>
                    <a:pt x="345472" y="121193"/>
                    <a:pt x="363113" y="140198"/>
                  </a:cubicBezTo>
                  <a:cubicBezTo>
                    <a:pt x="380940" y="159101"/>
                    <a:pt x="389645" y="190377"/>
                    <a:pt x="389547" y="237003"/>
                  </a:cubicBezTo>
                  <a:lnTo>
                    <a:pt x="389547" y="279727"/>
                  </a:lnTo>
                  <a:lnTo>
                    <a:pt x="309993" y="279727"/>
                  </a:lnTo>
                  <a:cubicBezTo>
                    <a:pt x="220443" y="279727"/>
                    <a:pt x="144302" y="295683"/>
                    <a:pt x="88765" y="330571"/>
                  </a:cubicBezTo>
                  <a:cubicBezTo>
                    <a:pt x="33239" y="365252"/>
                    <a:pt x="-358" y="421174"/>
                    <a:pt x="3" y="493250"/>
                  </a:cubicBezTo>
                  <a:cubicBezTo>
                    <a:pt x="-106" y="553210"/>
                    <a:pt x="21679" y="603136"/>
                    <a:pt x="61084" y="636930"/>
                  </a:cubicBezTo>
                  <a:cubicBezTo>
                    <a:pt x="100314" y="670724"/>
                    <a:pt x="155490" y="688201"/>
                    <a:pt x="220870" y="688201"/>
                  </a:cubicBezTo>
                  <a:lnTo>
                    <a:pt x="221056" y="688201"/>
                  </a:lnTo>
                  <a:cubicBezTo>
                    <a:pt x="301845" y="688201"/>
                    <a:pt x="362763" y="656005"/>
                    <a:pt x="407899" y="618183"/>
                  </a:cubicBezTo>
                  <a:lnTo>
                    <a:pt x="413641" y="674664"/>
                  </a:lnTo>
                  <a:lnTo>
                    <a:pt x="427607" y="674664"/>
                  </a:lnTo>
                  <a:lnTo>
                    <a:pt x="539861" y="674664"/>
                  </a:lnTo>
                  <a:lnTo>
                    <a:pt x="539861" y="217282"/>
                  </a:lnTo>
                  <a:cubicBezTo>
                    <a:pt x="539861" y="159454"/>
                    <a:pt x="523456" y="104244"/>
                    <a:pt x="481634" y="63924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" name="任意形状 13">
              <a:extLst>
                <a:ext uri="{FF2B5EF4-FFF2-40B4-BE49-F238E27FC236}">
                  <a16:creationId xmlns:a16="http://schemas.microsoft.com/office/drawing/2014/main" id="{19BC152C-2577-764E-802F-9B05F4CFABCE}"/>
                </a:ext>
              </a:extLst>
            </p:cNvPr>
            <p:cNvSpPr/>
            <p:nvPr/>
          </p:nvSpPr>
          <p:spPr>
            <a:xfrm>
              <a:off x="5059160" y="682028"/>
              <a:ext cx="1293081" cy="539038"/>
            </a:xfrm>
            <a:custGeom>
              <a:avLst/>
              <a:gdLst>
                <a:gd name="connsiteX0" fmla="*/ 0 w 1293081"/>
                <a:gd name="connsiteY0" fmla="*/ 167611 h 539038"/>
                <a:gd name="connsiteX1" fmla="*/ 1128189 w 1293081"/>
                <a:gd name="connsiteY1" fmla="*/ 172185 h 539038"/>
                <a:gd name="connsiteX2" fmla="*/ 1128189 w 1293081"/>
                <a:gd name="connsiteY2" fmla="*/ 172185 h 539038"/>
                <a:gd name="connsiteX3" fmla="*/ 1128189 w 1293081"/>
                <a:gd name="connsiteY3" fmla="*/ 172082 h 539038"/>
                <a:gd name="connsiteX4" fmla="*/ 1293082 w 1293081"/>
                <a:gd name="connsiteY4" fmla="*/ 0 h 539038"/>
                <a:gd name="connsiteX5" fmla="*/ 0 w 1293081"/>
                <a:gd name="connsiteY5" fmla="*/ 167611 h 539038"/>
                <a:gd name="connsiteX6" fmla="*/ 952085 w 1293081"/>
                <a:gd name="connsiteY6" fmla="*/ 329836 h 539038"/>
                <a:gd name="connsiteX7" fmla="*/ 1066188 w 1293081"/>
                <a:gd name="connsiteY7" fmla="*/ 230546 h 539038"/>
                <a:gd name="connsiteX8" fmla="*/ 1066188 w 1293081"/>
                <a:gd name="connsiteY8" fmla="*/ 230546 h 539038"/>
                <a:gd name="connsiteX9" fmla="*/ 48723 w 1293081"/>
                <a:gd name="connsiteY9" fmla="*/ 206054 h 539038"/>
                <a:gd name="connsiteX10" fmla="*/ 48723 w 1293081"/>
                <a:gd name="connsiteY10" fmla="*/ 206054 h 539038"/>
                <a:gd name="connsiteX11" fmla="*/ 952085 w 1293081"/>
                <a:gd name="connsiteY11" fmla="*/ 329837 h 539038"/>
                <a:gd name="connsiteX12" fmla="*/ 800776 w 1293081"/>
                <a:gd name="connsiteY12" fmla="*/ 445820 h 539038"/>
                <a:gd name="connsiteX13" fmla="*/ 889287 w 1293081"/>
                <a:gd name="connsiteY13" fmla="*/ 380039 h 539038"/>
                <a:gd name="connsiteX14" fmla="*/ 889287 w 1293081"/>
                <a:gd name="connsiteY14" fmla="*/ 380039 h 539038"/>
                <a:gd name="connsiteX15" fmla="*/ 94045 w 1293081"/>
                <a:gd name="connsiteY15" fmla="*/ 251963 h 539038"/>
                <a:gd name="connsiteX16" fmla="*/ 94045 w 1293081"/>
                <a:gd name="connsiteY16" fmla="*/ 251963 h 539038"/>
                <a:gd name="connsiteX17" fmla="*/ 800776 w 1293081"/>
                <a:gd name="connsiteY17" fmla="*/ 445820 h 539038"/>
                <a:gd name="connsiteX18" fmla="*/ 657822 w 1293081"/>
                <a:gd name="connsiteY18" fmla="*/ 539038 h 539038"/>
                <a:gd name="connsiteX19" fmla="*/ 745349 w 1293081"/>
                <a:gd name="connsiteY19" fmla="*/ 484006 h 539038"/>
                <a:gd name="connsiteX20" fmla="*/ 745349 w 1293081"/>
                <a:gd name="connsiteY20" fmla="*/ 484006 h 539038"/>
                <a:gd name="connsiteX21" fmla="*/ 202625 w 1293081"/>
                <a:gd name="connsiteY21" fmla="*/ 337457 h 539038"/>
                <a:gd name="connsiteX22" fmla="*/ 202625 w 1293081"/>
                <a:gd name="connsiteY22" fmla="*/ 337457 h 539038"/>
                <a:gd name="connsiteX23" fmla="*/ 657822 w 1293081"/>
                <a:gd name="connsiteY23" fmla="*/ 539038 h 5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293081" h="539038">
                  <a:moveTo>
                    <a:pt x="0" y="167611"/>
                  </a:moveTo>
                  <a:cubicBezTo>
                    <a:pt x="536741" y="245762"/>
                    <a:pt x="1127915" y="172185"/>
                    <a:pt x="1128189" y="172185"/>
                  </a:cubicBezTo>
                  <a:lnTo>
                    <a:pt x="1128189" y="172185"/>
                  </a:lnTo>
                  <a:lnTo>
                    <a:pt x="1128189" y="172082"/>
                  </a:lnTo>
                  <a:lnTo>
                    <a:pt x="1293082" y="0"/>
                  </a:lnTo>
                  <a:cubicBezTo>
                    <a:pt x="504489" y="190197"/>
                    <a:pt x="0" y="167611"/>
                    <a:pt x="0" y="167611"/>
                  </a:cubicBezTo>
                  <a:close/>
                  <a:moveTo>
                    <a:pt x="952085" y="329836"/>
                  </a:moveTo>
                  <a:cubicBezTo>
                    <a:pt x="992836" y="296221"/>
                    <a:pt x="1031071" y="262812"/>
                    <a:pt x="1066188" y="230546"/>
                  </a:cubicBezTo>
                  <a:lnTo>
                    <a:pt x="1066188" y="230546"/>
                  </a:lnTo>
                  <a:cubicBezTo>
                    <a:pt x="551331" y="289058"/>
                    <a:pt x="48723" y="206054"/>
                    <a:pt x="48723" y="206054"/>
                  </a:cubicBezTo>
                  <a:lnTo>
                    <a:pt x="48723" y="206054"/>
                  </a:lnTo>
                  <a:cubicBezTo>
                    <a:pt x="381856" y="318201"/>
                    <a:pt x="859812" y="328946"/>
                    <a:pt x="952085" y="329837"/>
                  </a:cubicBezTo>
                  <a:close/>
                  <a:moveTo>
                    <a:pt x="800776" y="445820"/>
                  </a:moveTo>
                  <a:cubicBezTo>
                    <a:pt x="831147" y="424223"/>
                    <a:pt x="860796" y="402271"/>
                    <a:pt x="889287" y="380039"/>
                  </a:cubicBezTo>
                  <a:lnTo>
                    <a:pt x="889287" y="380039"/>
                  </a:lnTo>
                  <a:cubicBezTo>
                    <a:pt x="790135" y="376178"/>
                    <a:pt x="372712" y="358443"/>
                    <a:pt x="94045" y="251963"/>
                  </a:cubicBezTo>
                  <a:lnTo>
                    <a:pt x="94045" y="251963"/>
                  </a:lnTo>
                  <a:cubicBezTo>
                    <a:pt x="94045" y="251963"/>
                    <a:pt x="346300" y="401738"/>
                    <a:pt x="800776" y="445820"/>
                  </a:cubicBezTo>
                  <a:close/>
                  <a:moveTo>
                    <a:pt x="657822" y="539038"/>
                  </a:moveTo>
                  <a:cubicBezTo>
                    <a:pt x="687658" y="521299"/>
                    <a:pt x="716935" y="502832"/>
                    <a:pt x="745349" y="484006"/>
                  </a:cubicBezTo>
                  <a:lnTo>
                    <a:pt x="745349" y="484006"/>
                  </a:lnTo>
                  <a:cubicBezTo>
                    <a:pt x="682375" y="478263"/>
                    <a:pt x="476611" y="442870"/>
                    <a:pt x="202625" y="337457"/>
                  </a:cubicBezTo>
                  <a:lnTo>
                    <a:pt x="202625" y="337457"/>
                  </a:lnTo>
                  <a:cubicBezTo>
                    <a:pt x="202625" y="337457"/>
                    <a:pt x="440881" y="503824"/>
                    <a:pt x="657822" y="539038"/>
                  </a:cubicBezTo>
                  <a:close/>
                </a:path>
              </a:pathLst>
            </a:custGeom>
            <a:gradFill>
              <a:gsLst>
                <a:gs pos="0">
                  <a:srgbClr val="FFFFFF"/>
                </a:gs>
                <a:gs pos="50000">
                  <a:srgbClr val="4550A4"/>
                </a:gs>
                <a:gs pos="100000">
                  <a:srgbClr val="0B308E"/>
                </a:gs>
              </a:gsLst>
              <a:lin ang="380415" scaled="1"/>
            </a:gra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" name="任意形状 14">
              <a:extLst>
                <a:ext uri="{FF2B5EF4-FFF2-40B4-BE49-F238E27FC236}">
                  <a16:creationId xmlns:a16="http://schemas.microsoft.com/office/drawing/2014/main" id="{9581C1DF-FC14-054E-3982-7B96D62B6852}"/>
                </a:ext>
              </a:extLst>
            </p:cNvPr>
            <p:cNvSpPr/>
            <p:nvPr/>
          </p:nvSpPr>
          <p:spPr>
            <a:xfrm>
              <a:off x="4797706" y="98099"/>
              <a:ext cx="809109" cy="689987"/>
            </a:xfrm>
            <a:custGeom>
              <a:avLst/>
              <a:gdLst>
                <a:gd name="connsiteX0" fmla="*/ 0 w 809109"/>
                <a:gd name="connsiteY0" fmla="*/ 0 h 689987"/>
                <a:gd name="connsiteX1" fmla="*/ 0 w 809109"/>
                <a:gd name="connsiteY1" fmla="*/ 2540 h 689987"/>
                <a:gd name="connsiteX2" fmla="*/ 13507 w 809109"/>
                <a:gd name="connsiteY2" fmla="*/ 192331 h 689987"/>
                <a:gd name="connsiteX3" fmla="*/ 14043 w 809109"/>
                <a:gd name="connsiteY3" fmla="*/ 193043 h 689987"/>
                <a:gd name="connsiteX4" fmla="*/ 809110 w 809109"/>
                <a:gd name="connsiteY4" fmla="*/ 646128 h 689987"/>
                <a:gd name="connsiteX5" fmla="*/ 809110 w 809109"/>
                <a:gd name="connsiteY5" fmla="*/ 646128 h 689987"/>
                <a:gd name="connsiteX6" fmla="*/ 0 w 809109"/>
                <a:gd name="connsiteY6" fmla="*/ 1 h 689987"/>
                <a:gd name="connsiteX7" fmla="*/ 53196 w 809109"/>
                <a:gd name="connsiteY7" fmla="*/ 378134 h 689987"/>
                <a:gd name="connsiteX8" fmla="*/ 747383 w 809109"/>
                <a:gd name="connsiteY8" fmla="*/ 658857 h 689987"/>
                <a:gd name="connsiteX9" fmla="*/ 747383 w 809109"/>
                <a:gd name="connsiteY9" fmla="*/ 658857 h 689987"/>
                <a:gd name="connsiteX10" fmla="*/ 23645 w 809109"/>
                <a:gd name="connsiteY10" fmla="*/ 253995 h 689987"/>
                <a:gd name="connsiteX11" fmla="*/ 23645 w 809109"/>
                <a:gd name="connsiteY11" fmla="*/ 253995 h 689987"/>
                <a:gd name="connsiteX12" fmla="*/ 53196 w 809109"/>
                <a:gd name="connsiteY12" fmla="*/ 378134 h 689987"/>
                <a:gd name="connsiteX13" fmla="*/ 109083 w 809109"/>
                <a:gd name="connsiteY13" fmla="*/ 527553 h 689987"/>
                <a:gd name="connsiteX14" fmla="*/ 660775 w 809109"/>
                <a:gd name="connsiteY14" fmla="*/ 668002 h 689987"/>
                <a:gd name="connsiteX15" fmla="*/ 660775 w 809109"/>
                <a:gd name="connsiteY15" fmla="*/ 668002 h 689987"/>
                <a:gd name="connsiteX16" fmla="*/ 68158 w 809109"/>
                <a:gd name="connsiteY16" fmla="*/ 425009 h 689987"/>
                <a:gd name="connsiteX17" fmla="*/ 68158 w 809109"/>
                <a:gd name="connsiteY17" fmla="*/ 425009 h 689987"/>
                <a:gd name="connsiteX18" fmla="*/ 109083 w 809109"/>
                <a:gd name="connsiteY18" fmla="*/ 527553 h 689987"/>
                <a:gd name="connsiteX19" fmla="*/ 129425 w 809109"/>
                <a:gd name="connsiteY19" fmla="*/ 569424 h 689987"/>
                <a:gd name="connsiteX20" fmla="*/ 186930 w 809109"/>
                <a:gd name="connsiteY20" fmla="*/ 665588 h 689987"/>
                <a:gd name="connsiteX21" fmla="*/ 186930 w 809109"/>
                <a:gd name="connsiteY21" fmla="*/ 665588 h 689987"/>
                <a:gd name="connsiteX22" fmla="*/ 186930 w 809109"/>
                <a:gd name="connsiteY22" fmla="*/ 665665 h 689987"/>
                <a:gd name="connsiteX23" fmla="*/ 587138 w 809109"/>
                <a:gd name="connsiteY23" fmla="*/ 686550 h 689987"/>
                <a:gd name="connsiteX24" fmla="*/ 587138 w 809109"/>
                <a:gd name="connsiteY24" fmla="*/ 686550 h 689987"/>
                <a:gd name="connsiteX25" fmla="*/ 129775 w 809109"/>
                <a:gd name="connsiteY25" fmla="*/ 569424 h 689987"/>
                <a:gd name="connsiteX26" fmla="*/ 129775 w 809109"/>
                <a:gd name="connsiteY26" fmla="*/ 569424 h 689987"/>
                <a:gd name="connsiteX27" fmla="*/ 129425 w 809109"/>
                <a:gd name="connsiteY27" fmla="*/ 569424 h 689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09109" h="689987">
                  <a:moveTo>
                    <a:pt x="0" y="0"/>
                  </a:moveTo>
                  <a:lnTo>
                    <a:pt x="0" y="2540"/>
                  </a:lnTo>
                  <a:cubicBezTo>
                    <a:pt x="284" y="55818"/>
                    <a:pt x="3631" y="120886"/>
                    <a:pt x="13507" y="192331"/>
                  </a:cubicBezTo>
                  <a:lnTo>
                    <a:pt x="14043" y="193043"/>
                  </a:lnTo>
                  <a:cubicBezTo>
                    <a:pt x="393591" y="495286"/>
                    <a:pt x="809110" y="646128"/>
                    <a:pt x="809110" y="646128"/>
                  </a:cubicBezTo>
                  <a:lnTo>
                    <a:pt x="809110" y="646128"/>
                  </a:lnTo>
                  <a:cubicBezTo>
                    <a:pt x="275693" y="342819"/>
                    <a:pt x="0" y="1"/>
                    <a:pt x="0" y="1"/>
                  </a:cubicBezTo>
                  <a:close/>
                  <a:moveTo>
                    <a:pt x="53196" y="378134"/>
                  </a:moveTo>
                  <a:cubicBezTo>
                    <a:pt x="476436" y="613250"/>
                    <a:pt x="747383" y="658857"/>
                    <a:pt x="747383" y="658857"/>
                  </a:cubicBezTo>
                  <a:lnTo>
                    <a:pt x="747383" y="658857"/>
                  </a:lnTo>
                  <a:cubicBezTo>
                    <a:pt x="287964" y="461849"/>
                    <a:pt x="23897" y="254273"/>
                    <a:pt x="23645" y="253995"/>
                  </a:cubicBezTo>
                  <a:lnTo>
                    <a:pt x="23645" y="253995"/>
                  </a:lnTo>
                  <a:cubicBezTo>
                    <a:pt x="31082" y="294341"/>
                    <a:pt x="40761" y="335932"/>
                    <a:pt x="53196" y="378134"/>
                  </a:cubicBezTo>
                  <a:close/>
                  <a:moveTo>
                    <a:pt x="109083" y="527553"/>
                  </a:moveTo>
                  <a:cubicBezTo>
                    <a:pt x="428326" y="649811"/>
                    <a:pt x="660775" y="668002"/>
                    <a:pt x="660775" y="668002"/>
                  </a:cubicBezTo>
                  <a:lnTo>
                    <a:pt x="660775" y="668002"/>
                  </a:lnTo>
                  <a:cubicBezTo>
                    <a:pt x="286433" y="551485"/>
                    <a:pt x="68508" y="425287"/>
                    <a:pt x="68158" y="425009"/>
                  </a:cubicBezTo>
                  <a:lnTo>
                    <a:pt x="68158" y="425009"/>
                  </a:lnTo>
                  <a:cubicBezTo>
                    <a:pt x="79707" y="459156"/>
                    <a:pt x="93236" y="493581"/>
                    <a:pt x="109083" y="527553"/>
                  </a:cubicBezTo>
                  <a:close/>
                  <a:moveTo>
                    <a:pt x="129425" y="569424"/>
                  </a:moveTo>
                  <a:cubicBezTo>
                    <a:pt x="146355" y="601868"/>
                    <a:pt x="165429" y="634211"/>
                    <a:pt x="186930" y="665588"/>
                  </a:cubicBezTo>
                  <a:lnTo>
                    <a:pt x="186930" y="665588"/>
                  </a:lnTo>
                  <a:lnTo>
                    <a:pt x="186930" y="665665"/>
                  </a:lnTo>
                  <a:cubicBezTo>
                    <a:pt x="397878" y="702506"/>
                    <a:pt x="587138" y="686550"/>
                    <a:pt x="587138" y="686550"/>
                  </a:cubicBezTo>
                  <a:lnTo>
                    <a:pt x="587138" y="686550"/>
                  </a:lnTo>
                  <a:cubicBezTo>
                    <a:pt x="316629" y="642290"/>
                    <a:pt x="166238" y="583219"/>
                    <a:pt x="129775" y="569424"/>
                  </a:cubicBezTo>
                  <a:lnTo>
                    <a:pt x="129775" y="569424"/>
                  </a:lnTo>
                  <a:lnTo>
                    <a:pt x="129425" y="569424"/>
                  </a:lnTo>
                  <a:close/>
                </a:path>
              </a:pathLst>
            </a:custGeom>
            <a:gradFill>
              <a:gsLst>
                <a:gs pos="0">
                  <a:srgbClr val="FFFFFF"/>
                </a:gs>
                <a:gs pos="50000">
                  <a:srgbClr val="BFCD7F"/>
                </a:gs>
                <a:gs pos="100000">
                  <a:srgbClr val="809B00"/>
                </a:gs>
              </a:gsLst>
              <a:lin ang="12509132" scaled="1"/>
            </a:gra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grpSp>
        <p:nvGrpSpPr>
          <p:cNvPr id="28" name="组合 27">
            <a:extLst>
              <a:ext uri="{FF2B5EF4-FFF2-40B4-BE49-F238E27FC236}">
                <a16:creationId xmlns:a16="http://schemas.microsoft.com/office/drawing/2014/main" id="{EF36AEA8-3AEE-2BD2-6A1A-683B2C33F84A}"/>
              </a:ext>
            </a:extLst>
          </p:cNvPr>
          <p:cNvGrpSpPr/>
          <p:nvPr userDrawn="1"/>
        </p:nvGrpSpPr>
        <p:grpSpPr>
          <a:xfrm>
            <a:off x="407988" y="416022"/>
            <a:ext cx="446425" cy="432024"/>
            <a:chOff x="3157789" y="1162600"/>
            <a:chExt cx="2232000" cy="2160000"/>
          </a:xfrm>
        </p:grpSpPr>
        <p:sp>
          <p:nvSpPr>
            <p:cNvPr id="29" name="椭圆 28">
              <a:extLst>
                <a:ext uri="{FF2B5EF4-FFF2-40B4-BE49-F238E27FC236}">
                  <a16:creationId xmlns:a16="http://schemas.microsoft.com/office/drawing/2014/main" id="{6314E6E3-A28B-A97E-0AE5-88C0DE0B414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193787" y="1162600"/>
              <a:ext cx="2159999" cy="2160000"/>
            </a:xfrm>
            <a:prstGeom prst="ellipse">
              <a:avLst/>
            </a:prstGeom>
            <a:solidFill>
              <a:srgbClr val="0B308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pic>
          <p:nvPicPr>
            <p:cNvPr id="30" name="图形 29">
              <a:extLst>
                <a:ext uri="{FF2B5EF4-FFF2-40B4-BE49-F238E27FC236}">
                  <a16:creationId xmlns:a16="http://schemas.microsoft.com/office/drawing/2014/main" id="{46565262-88D8-725C-5ACD-4D69907B94B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157789" y="1461401"/>
              <a:ext cx="2232000" cy="1562399"/>
            </a:xfrm>
            <a:prstGeom prst="rect">
              <a:avLst/>
            </a:prstGeom>
          </p:spPr>
        </p:pic>
      </p:grpSp>
      <p:sp>
        <p:nvSpPr>
          <p:cNvPr id="32" name="任意形状 31">
            <a:extLst>
              <a:ext uri="{FF2B5EF4-FFF2-40B4-BE49-F238E27FC236}">
                <a16:creationId xmlns:a16="http://schemas.microsoft.com/office/drawing/2014/main" id="{B149AD21-405B-D537-EB6C-FEB360C5FB03}"/>
              </a:ext>
            </a:extLst>
          </p:cNvPr>
          <p:cNvSpPr/>
          <p:nvPr userDrawn="1"/>
        </p:nvSpPr>
        <p:spPr>
          <a:xfrm>
            <a:off x="777665" y="416034"/>
            <a:ext cx="8213621" cy="432000"/>
          </a:xfrm>
          <a:custGeom>
            <a:avLst/>
            <a:gdLst>
              <a:gd name="connsiteX0" fmla="*/ 0 w 8213621"/>
              <a:gd name="connsiteY0" fmla="*/ 0 h 432000"/>
              <a:gd name="connsiteX1" fmla="*/ 7997621 w 8213621"/>
              <a:gd name="connsiteY1" fmla="*/ 0 h 432000"/>
              <a:gd name="connsiteX2" fmla="*/ 8213621 w 8213621"/>
              <a:gd name="connsiteY2" fmla="*/ 216000 h 432000"/>
              <a:gd name="connsiteX3" fmla="*/ 7997621 w 8213621"/>
              <a:gd name="connsiteY3" fmla="*/ 432000 h 432000"/>
              <a:gd name="connsiteX4" fmla="*/ 0 w 8213621"/>
              <a:gd name="connsiteY4" fmla="*/ 432000 h 432000"/>
              <a:gd name="connsiteX5" fmla="*/ 38100 w 8213621"/>
              <a:gd name="connsiteY5" fmla="*/ 400565 h 432000"/>
              <a:gd name="connsiteX6" fmla="*/ 114549 w 8213621"/>
              <a:gd name="connsiteY6" fmla="*/ 216000 h 432000"/>
              <a:gd name="connsiteX7" fmla="*/ 38100 w 8213621"/>
              <a:gd name="connsiteY7" fmla="*/ 31435 h 43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213621" h="432000">
                <a:moveTo>
                  <a:pt x="0" y="0"/>
                </a:moveTo>
                <a:lnTo>
                  <a:pt x="7997621" y="0"/>
                </a:lnTo>
                <a:cubicBezTo>
                  <a:pt x="8116915" y="0"/>
                  <a:pt x="8213621" y="96706"/>
                  <a:pt x="8213621" y="216000"/>
                </a:cubicBezTo>
                <a:cubicBezTo>
                  <a:pt x="8213621" y="335294"/>
                  <a:pt x="8116915" y="432000"/>
                  <a:pt x="7997621" y="432000"/>
                </a:cubicBezTo>
                <a:lnTo>
                  <a:pt x="0" y="432000"/>
                </a:lnTo>
                <a:lnTo>
                  <a:pt x="38100" y="400565"/>
                </a:lnTo>
                <a:cubicBezTo>
                  <a:pt x="85334" y="353331"/>
                  <a:pt x="114549" y="288077"/>
                  <a:pt x="114549" y="216000"/>
                </a:cubicBezTo>
                <a:cubicBezTo>
                  <a:pt x="114549" y="143923"/>
                  <a:pt x="85334" y="78670"/>
                  <a:pt x="38100" y="31435"/>
                </a:cubicBezTo>
                <a:close/>
              </a:path>
            </a:pathLst>
          </a:custGeom>
          <a:gradFill flip="none" rotWithShape="1">
            <a:gsLst>
              <a:gs pos="0">
                <a:srgbClr val="6492D4">
                  <a:alpha val="2000"/>
                </a:srgbClr>
              </a:gs>
              <a:gs pos="50000">
                <a:srgbClr val="6492D4">
                  <a:alpha val="10000"/>
                </a:srgbClr>
              </a:gs>
              <a:gs pos="98000">
                <a:srgbClr val="6492D4">
                  <a:alpha val="15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/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4AAD96DA-A547-44C3-527A-3BB8CA701C33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/>
          <a:stretch/>
        </p:blipFill>
        <p:spPr>
          <a:xfrm>
            <a:off x="265112" y="6498448"/>
            <a:ext cx="1555083" cy="101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83799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C4FF59C-D32E-291D-F4BC-2EBEDD3FC6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FCCB62A-A28B-9E82-A3F3-AF5202CE41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90780B2-EC77-5362-71CA-6DDF89EE99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95DEC29-7515-0103-604F-66D4083E18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49263E4-CC43-E1F8-6671-5541F77EC6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536109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9.png"/><Relationship Id="rId10" Type="http://schemas.openxmlformats.org/officeDocument/2006/relationships/image" Target="../media/image20.png"/><Relationship Id="rId11" Type="http://schemas.openxmlformats.org/officeDocument/2006/relationships/image" Target="../media/image2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image" Target="../media/image15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Relationship Id="rId8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04800"/>
            <a:ext cx="762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A   THE ANSWER</a:t>
            </a:r>
          </a:p>
        </p:txBody>
      </p:sp>
      <p:sp>
        <p:nvSpPr>
          <p:cNvPr id="4" name="Rectangle 3"/>
          <p:cNvSpPr/>
          <p:nvPr/>
        </p:nvSpPr>
        <p:spPr>
          <a:xfrm>
            <a:off x="9677400" y="36830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033000" y="36830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88600" y="36830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744200" y="36830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667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450 MHz: the coverage that stays up after the storm</a:t>
            </a:r>
          </a:p>
        </p:txBody>
      </p:sp>
      <p:sp>
        <p:nvSpPr>
          <p:cNvPr id="10" name="Oval 9"/>
          <p:cNvSpPr/>
          <p:nvPr/>
        </p:nvSpPr>
        <p:spPr>
          <a:xfrm>
            <a:off x="609600" y="1625600"/>
            <a:ext cx="685800" cy="685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layers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192" y="1790192"/>
            <a:ext cx="356616" cy="3566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549400" y="16002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IT 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49400" y="1803400"/>
            <a:ext cx="4318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900" b="0">
                <a:solidFill>
                  <a:srgbClr val="0B308E"/>
                </a:solidFill>
                <a:latin typeface="Segoe UI Semibold"/>
              </a:rPr>
              <a:t>A resilience layer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49400" y="2159000"/>
            <a:ext cx="457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55607A"/>
                </a:solidFill>
                <a:latin typeface="Segoe UI"/>
              </a:rPr>
              <a:t>Alongside 4G and 5G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549400" y="2514600"/>
            <a:ext cx="44196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609600" y="2667000"/>
            <a:ext cx="685800" cy="685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glob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192" y="2831592"/>
            <a:ext cx="356616" cy="35661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549400" y="2641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WHY NOW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49400" y="2844800"/>
            <a:ext cx="4318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900" b="0">
                <a:solidFill>
                  <a:srgbClr val="0B308E"/>
                </a:solidFill>
                <a:latin typeface="Segoe UI Semibold"/>
              </a:rPr>
              <a:t>A mainstream band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49400" y="3200400"/>
            <a:ext cx="457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55607A"/>
                </a:solidFill>
                <a:latin typeface="Segoe UI"/>
              </a:rPr>
              <a:t>77 countries deployed  ·  39 on LTE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49400" y="3556000"/>
            <a:ext cx="44196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609600" y="3708400"/>
            <a:ext cx="685800" cy="685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hand-coins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192" y="3872991"/>
            <a:ext cx="356616" cy="35661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549400" y="3683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WHO PAYS FIRST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49400" y="3886200"/>
            <a:ext cx="4318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900" b="0">
                <a:solidFill>
                  <a:srgbClr val="0B308E"/>
                </a:solidFill>
                <a:latin typeface="Segoe UI Semibold"/>
              </a:rPr>
              <a:t>The utilities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49400" y="4241800"/>
            <a:ext cx="457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55607A"/>
                </a:solidFill>
                <a:latin typeface="Segoe UI"/>
              </a:rPr>
              <a:t>Power and water anchor the build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549400" y="4597400"/>
            <a:ext cx="44196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609600" y="4749800"/>
            <a:ext cx="685800" cy="6858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flag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4192" y="4914392"/>
            <a:ext cx="356616" cy="356616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549400" y="47244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WE PROPOSE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49400" y="4927600"/>
            <a:ext cx="4318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900" b="0">
                <a:solidFill>
                  <a:srgbClr val="0B308E"/>
                </a:solidFill>
                <a:latin typeface="Segoe UI Semibold"/>
              </a:rPr>
              <a:t>One pilot province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49400" y="5283200"/>
            <a:ext cx="457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55607A"/>
                </a:solidFill>
                <a:latin typeface="Segoe UI"/>
              </a:rPr>
              <a:t>Two anchor customers, measured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4000" y="1498600"/>
            <a:ext cx="4978400" cy="4191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188200" y="1841500"/>
            <a:ext cx="3810000" cy="3505200"/>
          </a:xfrm>
          <a:prstGeom prst="ellipse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670800" y="2285491"/>
            <a:ext cx="2844800" cy="2617216"/>
          </a:xfrm>
          <a:prstGeom prst="ellipse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153400" y="2729484"/>
            <a:ext cx="1879600" cy="1729232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a_64ddced7b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2212622"/>
            <a:ext cx="1930400" cy="2788355"/>
          </a:xfrm>
          <a:prstGeom prst="rect">
            <a:avLst/>
          </a:prstGeom>
        </p:spPr>
      </p:pic>
      <p:sp>
        <p:nvSpPr>
          <p:cNvPr id="38" name="Oval 37"/>
          <p:cNvSpPr/>
          <p:nvPr/>
        </p:nvSpPr>
        <p:spPr>
          <a:xfrm>
            <a:off x="8763000" y="29972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9" name="Picture 38" descr="radio-tower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74760" y="3108960"/>
            <a:ext cx="284480" cy="28448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6756400" y="5334000"/>
            <a:ext cx="4699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One low-band layer across 7,641 islands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867400"/>
            <a:ext cx="10972800" cy="4826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2" name="Picture 41" descr="arrow-right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2800" y="5981700"/>
            <a:ext cx="254000" cy="25400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193800" y="5867400"/>
            <a:ext cx="3810000" cy="482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8CC63F"/>
                </a:solidFill>
                <a:latin typeface="Segoe UI Semibold"/>
              </a:rPr>
              <a:t>Today’s ask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68600" y="5867400"/>
            <a:ext cx="8636000" cy="482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Segoe UI"/>
              </a:rPr>
              <a:t>Confirm the spectrum  ·  Nominate a pilot province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p11 Table 1; NAMRIA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04800"/>
            <a:ext cx="762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   WHO PAYS FIRST</a:t>
            </a:r>
          </a:p>
        </p:txBody>
      </p:sp>
      <p:sp>
        <p:nvSpPr>
          <p:cNvPr id="4" name="Rectangle 3"/>
          <p:cNvSpPr/>
          <p:nvPr/>
        </p:nvSpPr>
        <p:spPr>
          <a:xfrm>
            <a:off x="9677400" y="36830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033000" y="36830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88600" y="36830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744200" y="36830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667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Start with the utilities: they pay first and fit best</a:t>
            </a:r>
          </a:p>
        </p:txBody>
      </p:sp>
      <p:pic>
        <p:nvPicPr>
          <p:cNvPr id="10" name="Picture 9" descr="hand-coins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2800" y="1447800"/>
            <a:ext cx="228600" cy="228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089400" y="1727200"/>
            <a:ext cx="13208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ABILITY TO PAY</a:t>
            </a:r>
          </a:p>
        </p:txBody>
      </p:sp>
      <p:pic>
        <p:nvPicPr>
          <p:cNvPr id="12" name="Picture 11" descr="target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1400" y="1447800"/>
            <a:ext cx="228600" cy="228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588000" y="1727200"/>
            <a:ext cx="13208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FIT WITH 450</a:t>
            </a:r>
          </a:p>
        </p:txBody>
      </p:sp>
      <p:pic>
        <p:nvPicPr>
          <p:cNvPr id="14" name="Picture 13" descr="clock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0" y="1447800"/>
            <a:ext cx="228600" cy="2286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086600" y="1727200"/>
            <a:ext cx="13208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SPEED TO REVENUE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90000" y="1727200"/>
            <a:ext cx="254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KEY POINT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1981200"/>
            <a:ext cx="10972800" cy="5588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7400" y="1981200"/>
            <a:ext cx="3048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7F9B00"/>
                </a:solidFill>
                <a:latin typeface="Segoe UI Light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1244600" y="2070100"/>
            <a:ext cx="381000" cy="381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0" name="Picture 19" descr="zap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36040" y="2161540"/>
            <a:ext cx="198120" cy="1981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803400" y="1981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Power</a:t>
            </a:r>
          </a:p>
        </p:txBody>
      </p:sp>
      <p:sp>
        <p:nvSpPr>
          <p:cNvPr id="22" name="Oval 21"/>
          <p:cNvSpPr/>
          <p:nvPr/>
        </p:nvSpPr>
        <p:spPr>
          <a:xfrm>
            <a:off x="45212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7244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9276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0198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2230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262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5184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7216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9248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890000" y="1981200"/>
            <a:ext cx="26162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Proven anchor abroad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9600" y="2616200"/>
            <a:ext cx="10972800" cy="5588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7400" y="2616200"/>
            <a:ext cx="3048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7F9B00"/>
                </a:solidFill>
                <a:latin typeface="Segoe UI Light"/>
              </a:rPr>
              <a:t>2</a:t>
            </a:r>
          </a:p>
        </p:txBody>
      </p:sp>
      <p:sp>
        <p:nvSpPr>
          <p:cNvPr id="34" name="Oval 33"/>
          <p:cNvSpPr/>
          <p:nvPr/>
        </p:nvSpPr>
        <p:spPr>
          <a:xfrm>
            <a:off x="1244600" y="2705100"/>
            <a:ext cx="381000" cy="381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droplet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36040" y="2796540"/>
            <a:ext cx="198120" cy="1981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803400" y="2616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Water</a:t>
            </a:r>
          </a:p>
        </p:txBody>
      </p:sp>
      <p:sp>
        <p:nvSpPr>
          <p:cNvPr id="37" name="Oval 36"/>
          <p:cNvSpPr/>
          <p:nvPr/>
        </p:nvSpPr>
        <p:spPr>
          <a:xfrm>
            <a:off x="45212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7244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927600" y="283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0198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2230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4262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75184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7216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9248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90000" y="2616200"/>
            <a:ext cx="26162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Same sites as power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9600" y="3251200"/>
            <a:ext cx="10972800" cy="558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87400" y="3251200"/>
            <a:ext cx="3048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3</a:t>
            </a:r>
          </a:p>
        </p:txBody>
      </p:sp>
      <p:sp>
        <p:nvSpPr>
          <p:cNvPr id="49" name="Oval 48"/>
          <p:cNvSpPr/>
          <p:nvPr/>
        </p:nvSpPr>
        <p:spPr>
          <a:xfrm>
            <a:off x="1244600" y="3340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0" name="Picture 49" descr="siren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36040" y="3431540"/>
            <a:ext cx="198120" cy="19812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803400" y="3251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Emergency</a:t>
            </a:r>
          </a:p>
        </p:txBody>
      </p:sp>
      <p:sp>
        <p:nvSpPr>
          <p:cNvPr id="52" name="Oval 51"/>
          <p:cNvSpPr/>
          <p:nvPr/>
        </p:nvSpPr>
        <p:spPr>
          <a:xfrm>
            <a:off x="45212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7244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927600" y="346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0198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2230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4262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5184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7216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7924800" y="346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890000" y="3251200"/>
            <a:ext cx="26162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Typhoon readiness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09600" y="3886200"/>
            <a:ext cx="10972800" cy="5588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87400" y="3886200"/>
            <a:ext cx="3048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4</a:t>
            </a:r>
          </a:p>
        </p:txBody>
      </p:sp>
      <p:sp>
        <p:nvSpPr>
          <p:cNvPr id="64" name="Oval 63"/>
          <p:cNvSpPr/>
          <p:nvPr/>
        </p:nvSpPr>
        <p:spPr>
          <a:xfrm>
            <a:off x="1244600" y="3975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5" name="Picture 64" descr="shield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36040" y="4066540"/>
            <a:ext cx="198120" cy="19812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1803400" y="3886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Police</a:t>
            </a:r>
          </a:p>
        </p:txBody>
      </p:sp>
      <p:sp>
        <p:nvSpPr>
          <p:cNvPr id="67" name="Oval 66"/>
          <p:cNvSpPr/>
          <p:nvPr/>
        </p:nvSpPr>
        <p:spPr>
          <a:xfrm>
            <a:off x="45212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7244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9276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60198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62230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6426200" y="410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75184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721600" y="410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924800" y="410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890000" y="3886200"/>
            <a:ext cx="26162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Interoperate, not replace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09600" y="4521200"/>
            <a:ext cx="10972800" cy="558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87400" y="4521200"/>
            <a:ext cx="3048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5</a:t>
            </a:r>
          </a:p>
        </p:txBody>
      </p:sp>
      <p:sp>
        <p:nvSpPr>
          <p:cNvPr id="79" name="Oval 78"/>
          <p:cNvSpPr/>
          <p:nvPr/>
        </p:nvSpPr>
        <p:spPr>
          <a:xfrm>
            <a:off x="1244600" y="4610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0" name="Picture 79" descr="train-front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36040" y="4701540"/>
            <a:ext cx="198120" cy="198120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1803400" y="4521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Rail</a:t>
            </a:r>
          </a:p>
        </p:txBody>
      </p:sp>
      <p:sp>
        <p:nvSpPr>
          <p:cNvPr id="82" name="Oval 81"/>
          <p:cNvSpPr/>
          <p:nvPr/>
        </p:nvSpPr>
        <p:spPr>
          <a:xfrm>
            <a:off x="45212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47244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4927600" y="473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0198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2230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4262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75184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7721600" y="473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7924800" y="473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890000" y="4521200"/>
            <a:ext cx="26162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Long project cycles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09600" y="5156200"/>
            <a:ext cx="10972800" cy="5588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87400" y="5156200"/>
            <a:ext cx="3048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6</a:t>
            </a:r>
          </a:p>
        </p:txBody>
      </p:sp>
      <p:sp>
        <p:nvSpPr>
          <p:cNvPr id="94" name="Oval 93"/>
          <p:cNvSpPr/>
          <p:nvPr/>
        </p:nvSpPr>
        <p:spPr>
          <a:xfrm>
            <a:off x="1244600" y="5245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5" name="Picture 94" descr="ship_whi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36040" y="5336540"/>
            <a:ext cx="198120" cy="198120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1803400" y="5156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Port</a:t>
            </a:r>
          </a:p>
        </p:txBody>
      </p:sp>
      <p:sp>
        <p:nvSpPr>
          <p:cNvPr id="97" name="Oval 96"/>
          <p:cNvSpPr/>
          <p:nvPr/>
        </p:nvSpPr>
        <p:spPr>
          <a:xfrm>
            <a:off x="45212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47244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4927600" y="537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0198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2230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6426200" y="537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5184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7216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7924800" y="537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890000" y="5156200"/>
            <a:ext cx="26162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No 450 MHz precedent yet</a:t>
            </a:r>
          </a:p>
        </p:txBody>
      </p:sp>
      <p:pic>
        <p:nvPicPr>
          <p:cNvPr id="107" name="Picture 106" descr="check_green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9600" y="5867400"/>
            <a:ext cx="203200" cy="20320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889000" y="58420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9B00"/>
                </a:solidFill>
                <a:latin typeface="Segoe UI Semibold"/>
              </a:rPr>
              <a:t>Green rows: the anchor customers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89000" y="6070600"/>
            <a:ext cx="889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Our reading, to be tested in the pilot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Hytera assessment; 450 MHz Alliance, Annual Global Update (Dec 2025) p8-p9; LWUA NRW data (2025)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04800"/>
            <a:ext cx="762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   PRIORITY 1 OF 6  ·  POWER</a:t>
            </a:r>
          </a:p>
        </p:txBody>
      </p:sp>
      <p:sp>
        <p:nvSpPr>
          <p:cNvPr id="4" name="Rectangle 3"/>
          <p:cNvSpPr/>
          <p:nvPr/>
        </p:nvSpPr>
        <p:spPr>
          <a:xfrm>
            <a:off x="9677400" y="36830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033000" y="36830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88600" y="36830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744200" y="36830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667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Power anchors the network, as it does in Germany and Malaysia</a:t>
            </a:r>
          </a:p>
        </p:txBody>
      </p:sp>
      <p:pic>
        <p:nvPicPr>
          <p:cNvPr id="10" name="Picture 9" descr="v6_13015b8219.jpg"/>
          <p:cNvPicPr>
            <a:picLocks noChangeAspect="1"/>
          </p:cNvPicPr>
          <p:nvPr/>
        </p:nvPicPr>
        <p:blipFill>
          <a:blip r:embed="rId2"/>
          <a:srcRect l="6800" r="6800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zap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121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336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electric cooperatives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under NEA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12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1.4M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12200" y="21336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consumers cut off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by Typhoon Tino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cpu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528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62400"/>
            <a:ext cx="1524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SCADA &amp;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feeder automation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21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radi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4800" y="33528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24800" y="3962400"/>
            <a:ext cx="1524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Push-to-talk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for line crews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6520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gauge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55200" y="33528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855200" y="3962400"/>
            <a:ext cx="1524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Smart meters,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deep indoors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53086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30200" cy="3302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70000" y="5283200"/>
            <a:ext cx="254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5638800"/>
            <a:ext cx="2286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Germany  450connect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Band 72  ·  &gt;95% coverage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5943600"/>
            <a:ext cx="2286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Malaysia  TNB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Band 31  ·  4 areas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73800" y="5029200"/>
            <a:ext cx="53086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77000" y="5207000"/>
            <a:ext cx="330200" cy="3302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934200" y="5283200"/>
            <a:ext cx="254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77000" y="5664200"/>
            <a:ext cx="1574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77000" y="5664200"/>
            <a:ext cx="1574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Capacity package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153400" y="5664200"/>
            <a:ext cx="1574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53400" y="5664200"/>
            <a:ext cx="1574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IoT per meter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829800" y="5664200"/>
            <a:ext cx="1574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829800" y="5664200"/>
            <a:ext cx="1574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SCADA O&amp;M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NEA; Department of Energy (5 Nov 2025); 450 MHz Alliance, RFI for devices (2025) p5, Annual Global Update (Dec 2025) p8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3459</Words>
  <Application>Microsoft Macintosh PowerPoint</Application>
  <PresentationFormat>宽屏</PresentationFormat>
  <Paragraphs>390</Paragraphs>
  <Slides>17</Slides>
  <Notes>17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1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 yu</dc:creator>
  <cp:lastModifiedBy>stefan yu</cp:lastModifiedBy>
  <cp:revision>1</cp:revision>
  <dcterms:created xsi:type="dcterms:W3CDTF">2026-10-10T01:12:47Z</dcterms:created>
  <dcterms:modified xsi:type="dcterms:W3CDTF">2026-10-10T01:38:43Z</dcterms:modified>
</cp:coreProperties>
</file>